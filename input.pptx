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3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74"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CA3F37BD-73A3-881E-31AA-5FA47836A501}" name="産業保健とこころのオフィス合同会社　瀬下" initials="産業" userId="S::seshita@sanpo-kokoro.com::f5508fa3-1969-4b49-9525-adaa3170c89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5100"/>
    <a:srgbClr val="43C1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7E1742-6855-AA3E-7FA0-E5FBD76FAA64}" v="2" dt="2026-03-16T07:17:05.7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modernComment_103_0.xml><?xml version="1.0" encoding="utf-8"?>
<p188:cmLst xmlns:a="http://schemas.openxmlformats.org/drawingml/2006/main" xmlns:r="http://schemas.openxmlformats.org/officeDocument/2006/relationships" xmlns:p188="http://schemas.microsoft.com/office/powerpoint/2018/8/main">
  <p188:cm id="{A7B0836D-6352-4697-AE26-654D326A5E2C}" authorId="{CA3F37BD-73A3-881E-31AA-5FA47836A501}" created="2026-02-25T23:22:31.422">
    <ac:txMkLst xmlns:ac="http://schemas.microsoft.com/office/drawing/2013/main/command">
      <pc:docMk xmlns:pc="http://schemas.microsoft.com/office/powerpoint/2013/main/command"/>
      <pc:sldMk xmlns:pc="http://schemas.microsoft.com/office/powerpoint/2013/main/command" cId="0" sldId="259"/>
      <ac:spMk id="14" creationId="{00000000-0000-0000-0000-000000000000}"/>
      <ac:txMk cp="43" len="15">
        <ac:context len="66" hash="2535011877"/>
      </ac:txMk>
    </ac:txMkLst>
    <p188:pos x="4651130" y="1872761"/>
    <p188:txBody>
      <a:bodyPr/>
      <a:lstStyle/>
      <a:p>
        <a:r>
          <a:rPr lang="en-US"/>
          <a:t>色が太陽をオレンジにしたので、副交感神経はオレンジではなく下線で強調しました</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895729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0.xml"/><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3.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ja-JP" altLang="en-US"/>
          </a:p>
        </p:txBody>
      </p:sp>
      <p:sp>
        <p:nvSpPr>
          <p:cNvPr id="3" name="Shape 1"/>
          <p:cNvSpPr/>
          <p:nvPr/>
        </p:nvSpPr>
        <p:spPr>
          <a:xfrm>
            <a:off x="0" y="0"/>
            <a:ext cx="9144000" cy="228600"/>
          </a:xfrm>
          <a:prstGeom prst="rect">
            <a:avLst/>
          </a:prstGeom>
          <a:solidFill>
            <a:srgbClr val="43C1D4"/>
          </a:solidFill>
          <a:ln/>
        </p:spPr>
        <p:txBody>
          <a:bodyPr/>
          <a:lstStyle/>
          <a:p>
            <a:endParaRPr lang="ja-JP" altLang="en-US"/>
          </a:p>
        </p:txBody>
      </p:sp>
      <p:pic>
        <p:nvPicPr>
          <p:cNvPr id="4" name="Image 0" descr="preencoded.png"/>
          <p:cNvPicPr>
            <a:picLocks/>
          </p:cNvPicPr>
          <p:nvPr/>
        </p:nvPicPr>
        <p:blipFill>
          <a:blip r:embed="rId3"/>
          <a:stretch>
            <a:fillRect/>
          </a:stretch>
        </p:blipFill>
        <p:spPr>
          <a:xfrm>
            <a:off x="0" y="0"/>
            <a:ext cx="9144000" cy="228600"/>
          </a:xfrm>
          <a:prstGeom prst="rect">
            <a:avLst/>
          </a:prstGeom>
        </p:spPr>
      </p:pic>
      <p:sp>
        <p:nvSpPr>
          <p:cNvPr id="5" name="Shape 2"/>
          <p:cNvSpPr/>
          <p:nvPr/>
        </p:nvSpPr>
        <p:spPr>
          <a:xfrm>
            <a:off x="0" y="4914900"/>
            <a:ext cx="9144000" cy="228600"/>
          </a:xfrm>
          <a:prstGeom prst="rect">
            <a:avLst/>
          </a:prstGeom>
          <a:solidFill>
            <a:srgbClr val="43C1D4"/>
          </a:solidFill>
          <a:ln/>
        </p:spPr>
        <p:txBody>
          <a:bodyPr/>
          <a:lstStyle/>
          <a:p>
            <a:endParaRPr lang="ja-JP" altLang="en-US"/>
          </a:p>
        </p:txBody>
      </p:sp>
      <p:pic>
        <p:nvPicPr>
          <p:cNvPr id="6" name="Image 1" descr="preencoded.png"/>
          <p:cNvPicPr>
            <a:picLocks/>
          </p:cNvPicPr>
          <p:nvPr/>
        </p:nvPicPr>
        <p:blipFill>
          <a:blip r:embed="rId3"/>
          <a:stretch>
            <a:fillRect/>
          </a:stretch>
        </p:blipFill>
        <p:spPr>
          <a:xfrm>
            <a:off x="0" y="4914900"/>
            <a:ext cx="9144000" cy="228600"/>
          </a:xfrm>
          <a:prstGeom prst="rect">
            <a:avLst/>
          </a:prstGeom>
        </p:spPr>
      </p:pic>
      <p:sp>
        <p:nvSpPr>
          <p:cNvPr id="7" name="Text 3"/>
          <p:cNvSpPr/>
          <p:nvPr/>
        </p:nvSpPr>
        <p:spPr>
          <a:xfrm>
            <a:off x="731520" y="1463040"/>
            <a:ext cx="7315200" cy="1280160"/>
          </a:xfrm>
          <a:prstGeom prst="rect">
            <a:avLst/>
          </a:prstGeom>
          <a:noFill/>
          <a:ln/>
        </p:spPr>
        <p:txBody>
          <a:bodyPr wrap="square" rtlCol="0" anchor="b"/>
          <a:lstStyle/>
          <a:p>
            <a:pPr marL="0" indent="0">
              <a:buNone/>
            </a:pPr>
            <a:r>
              <a:rPr lang="en-US" sz="4000" b="1" err="1">
                <a:solidFill>
                  <a:srgbClr val="2D2D2D"/>
                </a:solidFill>
                <a:latin typeface="Meiryo, メイリオ, sans-serif" pitchFamily="34" charset="0"/>
                <a:ea typeface="Meiryo, メイリオ, sans-serif" pitchFamily="34" charset="-122"/>
                <a:cs typeface="Meiryo, メイリオ, sans-serif" pitchFamily="34" charset="-120"/>
              </a:rPr>
              <a:t>快眠習慣で</a:t>
            </a:r>
            <a:endParaRPr lang="en-US" sz="4000" b="1">
              <a:solidFill>
                <a:srgbClr val="2D2D2D"/>
              </a:solidFill>
              <a:latin typeface="Meiryo, メイリオ, sans-serif" pitchFamily="34" charset="0"/>
              <a:ea typeface="Meiryo, メイリオ, sans-serif" pitchFamily="34" charset="-122"/>
              <a:cs typeface="Meiryo, メイリオ, sans-serif" pitchFamily="34" charset="-120"/>
            </a:endParaRPr>
          </a:p>
          <a:p>
            <a:pPr marL="0" indent="0">
              <a:buNone/>
            </a:pPr>
            <a:r>
              <a:rPr lang="en-US" sz="4000" b="1" err="1">
                <a:solidFill>
                  <a:srgbClr val="2D2D2D"/>
                </a:solidFill>
                <a:latin typeface="Meiryo, メイリオ, sans-serif" pitchFamily="34" charset="0"/>
                <a:ea typeface="Meiryo, メイリオ, sans-serif" pitchFamily="34" charset="-122"/>
                <a:cs typeface="Meiryo, メイリオ, sans-serif" pitchFamily="34" charset="-120"/>
              </a:rPr>
              <a:t>毎日のパフォーマンスを変える</a:t>
            </a:r>
            <a:endParaRPr lang="en-US" sz="4000"/>
          </a:p>
        </p:txBody>
      </p:sp>
      <p:sp>
        <p:nvSpPr>
          <p:cNvPr id="8" name="Shape 4"/>
          <p:cNvSpPr/>
          <p:nvPr/>
        </p:nvSpPr>
        <p:spPr>
          <a:xfrm>
            <a:off x="731520" y="2834640"/>
            <a:ext cx="1463040" cy="45720"/>
          </a:xfrm>
          <a:prstGeom prst="rect">
            <a:avLst/>
          </a:prstGeom>
          <a:solidFill>
            <a:srgbClr val="43C1D4"/>
          </a:solidFill>
          <a:ln/>
        </p:spPr>
        <p:txBody>
          <a:bodyPr/>
          <a:lstStyle/>
          <a:p>
            <a:endParaRPr lang="ja-JP" altLang="en-US"/>
          </a:p>
        </p:txBody>
      </p:sp>
      <p:sp>
        <p:nvSpPr>
          <p:cNvPr id="9" name="Text 5"/>
          <p:cNvSpPr/>
          <p:nvPr/>
        </p:nvSpPr>
        <p:spPr>
          <a:xfrm>
            <a:off x="731520" y="3063240"/>
            <a:ext cx="7315200" cy="640080"/>
          </a:xfrm>
          <a:prstGeom prst="rect">
            <a:avLst/>
          </a:prstGeom>
          <a:noFill/>
          <a:ln/>
        </p:spPr>
        <p:txBody>
          <a:bodyPr wrap="square" rtlCol="0" anchor="ctr"/>
          <a:lstStyle/>
          <a:p>
            <a:pPr marL="0" indent="0">
              <a:buNone/>
            </a:pPr>
            <a:endParaRPr lang="en-US" sz="1800"/>
          </a:p>
        </p:txBody>
      </p:sp>
      <p:sp>
        <p:nvSpPr>
          <p:cNvPr id="10" name="Text 6"/>
          <p:cNvSpPr/>
          <p:nvPr/>
        </p:nvSpPr>
        <p:spPr>
          <a:xfrm>
            <a:off x="7680960" y="4709160"/>
            <a:ext cx="1097280" cy="274320"/>
          </a:xfrm>
          <a:prstGeom prst="rect">
            <a:avLst/>
          </a:prstGeom>
          <a:noFill/>
          <a:ln/>
        </p:spPr>
        <p:txBody>
          <a:bodyPr wrap="square" rtlCol="0" anchor="ctr"/>
          <a:lstStyle/>
          <a:p>
            <a:pPr marL="0" indent="0" algn="r">
              <a:buNone/>
            </a:pPr>
            <a:r>
              <a:rPr lang="en-US" sz="900">
                <a:solidFill>
                  <a:srgbClr val="9CA3AF"/>
                </a:solidFill>
                <a:latin typeface="Meiryo, メイリオ, sans-serif" pitchFamily="34" charset="0"/>
                <a:ea typeface="Meiryo, メイリオ, sans-serif" pitchFamily="34" charset="-122"/>
                <a:cs typeface="Meiryo, メイリオ, sans-serif" pitchFamily="34" charset="-120"/>
              </a:rPr>
              <a:t>1 / 9</a:t>
            </a:r>
            <a:endParaRPr lang="en-US" sz="900"/>
          </a:p>
        </p:txBody>
      </p:sp>
      <p:pic>
        <p:nvPicPr>
          <p:cNvPr id="11" name="Picture 10">
            <a:extLst>
              <a:ext uri="{FF2B5EF4-FFF2-40B4-BE49-F238E27FC236}">
                <a16:creationId xmlns:a16="http://schemas.microsoft.com/office/drawing/2014/main" id="{5AC97191-98B3-9B44-58BA-545BC1612906}"/>
              </a:ext>
            </a:extLst>
          </p:cNvPr>
          <p:cNvPicPr>
            <a:picLocks noChangeAspect="1"/>
          </p:cNvPicPr>
          <p:nvPr/>
        </p:nvPicPr>
        <p:blipFill>
          <a:blip r:embed="rId4"/>
          <a:stretch>
            <a:fillRect/>
          </a:stretch>
        </p:blipFill>
        <p:spPr>
          <a:xfrm>
            <a:off x="6890778" y="3867710"/>
            <a:ext cx="1800225" cy="685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ja-JP" altLang="en-US"/>
          </a:p>
        </p:txBody>
      </p:sp>
      <p:sp>
        <p:nvSpPr>
          <p:cNvPr id="3" name="Shape 1"/>
          <p:cNvSpPr/>
          <p:nvPr/>
        </p:nvSpPr>
        <p:spPr>
          <a:xfrm>
            <a:off x="0" y="0"/>
            <a:ext cx="9144000" cy="228600"/>
          </a:xfrm>
          <a:prstGeom prst="rect">
            <a:avLst/>
          </a:prstGeom>
          <a:solidFill>
            <a:srgbClr val="43C1D4"/>
          </a:solidFill>
          <a:ln/>
        </p:spPr>
        <p:txBody>
          <a:bodyPr/>
          <a:lstStyle/>
          <a:p>
            <a:endParaRPr lang="ja-JP" altLang="en-US"/>
          </a:p>
        </p:txBody>
      </p:sp>
      <p:pic>
        <p:nvPicPr>
          <p:cNvPr id="4" name="Image 0" descr="preencoded.png"/>
          <p:cNvPicPr>
            <a:picLocks/>
          </p:cNvPicPr>
          <p:nvPr/>
        </p:nvPicPr>
        <p:blipFill>
          <a:blip r:embed="rId3"/>
          <a:stretch>
            <a:fillRect/>
          </a:stretch>
        </p:blipFill>
        <p:spPr>
          <a:xfrm>
            <a:off x="0" y="0"/>
            <a:ext cx="9144000" cy="228600"/>
          </a:xfrm>
          <a:prstGeom prst="rect">
            <a:avLst/>
          </a:prstGeom>
        </p:spPr>
      </p:pic>
      <p:sp>
        <p:nvSpPr>
          <p:cNvPr id="5" name="Shape 2"/>
          <p:cNvSpPr/>
          <p:nvPr/>
        </p:nvSpPr>
        <p:spPr>
          <a:xfrm>
            <a:off x="0" y="4914900"/>
            <a:ext cx="9144000" cy="228600"/>
          </a:xfrm>
          <a:prstGeom prst="rect">
            <a:avLst/>
          </a:prstGeom>
          <a:solidFill>
            <a:srgbClr val="43C1D4"/>
          </a:solidFill>
          <a:ln/>
        </p:spPr>
        <p:txBody>
          <a:bodyPr/>
          <a:lstStyle/>
          <a:p>
            <a:endParaRPr lang="ja-JP" altLang="en-US"/>
          </a:p>
        </p:txBody>
      </p:sp>
      <p:pic>
        <p:nvPicPr>
          <p:cNvPr id="6" name="Image 1" descr="preencoded.png"/>
          <p:cNvPicPr>
            <a:picLocks/>
          </p:cNvPicPr>
          <p:nvPr/>
        </p:nvPicPr>
        <p:blipFill>
          <a:blip r:embed="rId3"/>
          <a:stretch>
            <a:fillRect/>
          </a:stretch>
        </p:blipFill>
        <p:spPr>
          <a:xfrm>
            <a:off x="0" y="4914900"/>
            <a:ext cx="9144000" cy="228600"/>
          </a:xfrm>
          <a:prstGeom prst="rect">
            <a:avLst/>
          </a:prstGeom>
        </p:spPr>
      </p:pic>
      <p:sp>
        <p:nvSpPr>
          <p:cNvPr id="7" name="Text 3"/>
          <p:cNvSpPr/>
          <p:nvPr/>
        </p:nvSpPr>
        <p:spPr>
          <a:xfrm>
            <a:off x="640080" y="274320"/>
            <a:ext cx="6949440" cy="594360"/>
          </a:xfrm>
          <a:prstGeom prst="rect">
            <a:avLst/>
          </a:prstGeom>
          <a:noFill/>
          <a:ln/>
        </p:spPr>
        <p:txBody>
          <a:bodyPr wrap="square" rtlCol="0" anchor="b"/>
          <a:lstStyle/>
          <a:p>
            <a:pPr marL="0" indent="0">
              <a:buNone/>
            </a:pPr>
            <a:r>
              <a:rPr lang="en-US" sz="2600" b="1">
                <a:solidFill>
                  <a:srgbClr val="2D2D2D"/>
                </a:solidFill>
                <a:latin typeface="Meiryo, メイリオ, sans-serif" pitchFamily="34" charset="0"/>
                <a:ea typeface="Meiryo, メイリオ, sans-serif" pitchFamily="34" charset="-122"/>
                <a:cs typeface="Meiryo, メイリオ, sans-serif" pitchFamily="34" charset="-120"/>
              </a:rPr>
              <a:t>4割が睡眠不足！</a:t>
            </a:r>
            <a:endParaRPr lang="en-US" sz="2600"/>
          </a:p>
        </p:txBody>
      </p:sp>
      <p:sp>
        <p:nvSpPr>
          <p:cNvPr id="8" name="Shape 4"/>
          <p:cNvSpPr/>
          <p:nvPr/>
        </p:nvSpPr>
        <p:spPr>
          <a:xfrm>
            <a:off x="640080" y="868680"/>
            <a:ext cx="7863840" cy="36576"/>
          </a:xfrm>
          <a:prstGeom prst="rect">
            <a:avLst/>
          </a:prstGeom>
          <a:solidFill>
            <a:srgbClr val="43C1D4"/>
          </a:solidFill>
          <a:ln/>
        </p:spPr>
        <p:txBody>
          <a:bodyPr/>
          <a:lstStyle/>
          <a:p>
            <a:endParaRPr lang="ja-JP" altLang="en-US"/>
          </a:p>
        </p:txBody>
      </p:sp>
      <p:sp>
        <p:nvSpPr>
          <p:cNvPr id="9" name="Text 5"/>
          <p:cNvSpPr/>
          <p:nvPr/>
        </p:nvSpPr>
        <p:spPr>
          <a:xfrm>
            <a:off x="7680960" y="4709160"/>
            <a:ext cx="1097280" cy="274320"/>
          </a:xfrm>
          <a:prstGeom prst="rect">
            <a:avLst/>
          </a:prstGeom>
          <a:noFill/>
          <a:ln/>
        </p:spPr>
        <p:txBody>
          <a:bodyPr wrap="square" rtlCol="0" anchor="ctr"/>
          <a:lstStyle/>
          <a:p>
            <a:pPr marL="0" indent="0" algn="r">
              <a:buNone/>
            </a:pPr>
            <a:r>
              <a:rPr lang="en-US" sz="900">
                <a:solidFill>
                  <a:srgbClr val="9CA3AF"/>
                </a:solidFill>
                <a:latin typeface="Meiryo, メイリオ, sans-serif" pitchFamily="34" charset="0"/>
                <a:ea typeface="Meiryo, メイリオ, sans-serif" pitchFamily="34" charset="-122"/>
                <a:cs typeface="Meiryo, メイリオ, sans-serif" pitchFamily="34" charset="-120"/>
              </a:rPr>
              <a:t>2 / 9</a:t>
            </a:r>
            <a:endParaRPr lang="en-US" sz="900"/>
          </a:p>
        </p:txBody>
      </p:sp>
      <p:sp>
        <p:nvSpPr>
          <p:cNvPr id="10" name="Shape 6"/>
          <p:cNvSpPr/>
          <p:nvPr/>
        </p:nvSpPr>
        <p:spPr>
          <a:xfrm>
            <a:off x="640080" y="4709160"/>
            <a:ext cx="7863840" cy="7315"/>
          </a:xfrm>
          <a:prstGeom prst="rect">
            <a:avLst/>
          </a:prstGeom>
          <a:solidFill>
            <a:srgbClr val="E5E7EB"/>
          </a:solidFill>
          <a:ln/>
        </p:spPr>
        <p:txBody>
          <a:bodyPr/>
          <a:lstStyle/>
          <a:p>
            <a:endParaRPr lang="ja-JP" altLang="en-US"/>
          </a:p>
        </p:txBody>
      </p:sp>
      <p:sp>
        <p:nvSpPr>
          <p:cNvPr id="11" name="Shape 7"/>
          <p:cNvSpPr/>
          <p:nvPr/>
        </p:nvSpPr>
        <p:spPr>
          <a:xfrm>
            <a:off x="649757" y="1033272"/>
            <a:ext cx="2926080" cy="2834640"/>
          </a:xfrm>
          <a:prstGeom prst="rect">
            <a:avLst/>
          </a:prstGeom>
          <a:solidFill>
            <a:srgbClr val="E8F8FA"/>
          </a:solidFill>
          <a:ln w="6350">
            <a:solidFill>
              <a:srgbClr val="E5E7EB"/>
            </a:solidFill>
            <a:prstDash val="solid"/>
          </a:ln>
        </p:spPr>
        <p:txBody>
          <a:bodyPr/>
          <a:lstStyle/>
          <a:p>
            <a:endParaRPr lang="ja-JP" altLang="en-US"/>
          </a:p>
        </p:txBody>
      </p:sp>
      <p:sp>
        <p:nvSpPr>
          <p:cNvPr id="12" name="Text 8"/>
          <p:cNvSpPr/>
          <p:nvPr/>
        </p:nvSpPr>
        <p:spPr>
          <a:xfrm>
            <a:off x="640080" y="1325880"/>
            <a:ext cx="2926080" cy="1188720"/>
          </a:xfrm>
          <a:prstGeom prst="rect">
            <a:avLst/>
          </a:prstGeom>
          <a:noFill/>
          <a:ln/>
        </p:spPr>
        <p:txBody>
          <a:bodyPr wrap="square" rtlCol="0" anchor="ctr"/>
          <a:lstStyle/>
          <a:p>
            <a:pPr marL="0" indent="0" algn="ctr">
              <a:buNone/>
            </a:pPr>
            <a:endParaRPr lang="en-US" sz="5200"/>
          </a:p>
        </p:txBody>
      </p:sp>
      <p:sp>
        <p:nvSpPr>
          <p:cNvPr id="14" name="Text 10"/>
          <p:cNvSpPr/>
          <p:nvPr/>
        </p:nvSpPr>
        <p:spPr>
          <a:xfrm>
            <a:off x="3931919" y="1499616"/>
            <a:ext cx="4902591" cy="1795389"/>
          </a:xfrm>
          <a:prstGeom prst="rect">
            <a:avLst/>
          </a:prstGeom>
          <a:noFill/>
          <a:ln/>
        </p:spPr>
        <p:txBody>
          <a:bodyPr wrap="square" rtlCol="0" anchor="ctr"/>
          <a:lstStyle/>
          <a:p>
            <a:pPr marL="0" indent="0">
              <a:lnSpc>
                <a:spcPts val="2400"/>
              </a:lnSpc>
              <a:buNone/>
            </a:pPr>
            <a:r>
              <a:rPr lang="en-US" sz="2400" err="1">
                <a:solidFill>
                  <a:srgbClr val="2D2D2D"/>
                </a:solidFill>
                <a:latin typeface="Meiryo, メイリオ, sans-serif" pitchFamily="34" charset="0"/>
                <a:ea typeface="Meiryo, メイリオ, sans-serif" pitchFamily="34" charset="-122"/>
                <a:cs typeface="Meiryo, メイリオ, sans-serif" pitchFamily="34" charset="-120"/>
              </a:rPr>
              <a:t>厚生労働省は</a:t>
            </a:r>
            <a:endParaRPr lang="en-US" sz="2400">
              <a:solidFill>
                <a:srgbClr val="2D2D2D"/>
              </a:solidFill>
              <a:latin typeface="Meiryo, メイリオ, sans-serif" pitchFamily="34" charset="0"/>
              <a:ea typeface="Meiryo, メイリオ, sans-serif" pitchFamily="34" charset="-122"/>
              <a:cs typeface="Meiryo, メイリオ, sans-serif" pitchFamily="34" charset="-120"/>
            </a:endParaRPr>
          </a:p>
          <a:p>
            <a:pPr marL="0" indent="0">
              <a:lnSpc>
                <a:spcPts val="2400"/>
              </a:lnSpc>
              <a:buNone/>
            </a:pPr>
            <a:r>
              <a:rPr lang="en-US" sz="2400">
                <a:solidFill>
                  <a:srgbClr val="2D2D2D"/>
                </a:solidFill>
                <a:latin typeface="Meiryo, メイリオ, sans-serif" pitchFamily="34" charset="0"/>
                <a:ea typeface="Meiryo, メイリオ, sans-serif" pitchFamily="34" charset="-122"/>
                <a:cs typeface="Meiryo, メイリオ, sans-serif" pitchFamily="34" charset="-120"/>
              </a:rPr>
              <a:t>「睡眠は6時間以上が望ましい」としていますが、</a:t>
            </a:r>
          </a:p>
          <a:p>
            <a:pPr marL="0" indent="0">
              <a:lnSpc>
                <a:spcPts val="2400"/>
              </a:lnSpc>
              <a:buNone/>
            </a:pPr>
            <a:r>
              <a:rPr lang="en-US" sz="2400">
                <a:solidFill>
                  <a:srgbClr val="2D2D2D"/>
                </a:solidFill>
                <a:latin typeface="Meiryo, メイリオ, sans-serif" pitchFamily="34" charset="0"/>
                <a:ea typeface="Meiryo, メイリオ, sans-serif" pitchFamily="34" charset="-122"/>
                <a:cs typeface="Meiryo, メイリオ, sans-serif" pitchFamily="34" charset="-120"/>
              </a:rPr>
              <a:t>日本人の</a:t>
            </a:r>
            <a:r>
              <a:rPr lang="en-US" sz="2400">
                <a:solidFill>
                  <a:srgbClr val="E65100"/>
                </a:solidFill>
                <a:latin typeface="Meiryo, メイリオ, sans-serif" pitchFamily="34" charset="0"/>
                <a:ea typeface="Meiryo, メイリオ, sans-serif" pitchFamily="34" charset="-122"/>
                <a:cs typeface="Meiryo, メイリオ, sans-serif" pitchFamily="34" charset="-120"/>
              </a:rPr>
              <a:t>約4割</a:t>
            </a:r>
            <a:r>
              <a:rPr lang="en-US" sz="2400">
                <a:latin typeface="Meiryo, メイリオ, sans-serif" pitchFamily="34" charset="0"/>
                <a:ea typeface="Meiryo, メイリオ, sans-serif" pitchFamily="34" charset="-122"/>
                <a:cs typeface="Meiryo, メイリオ, sans-serif" pitchFamily="34" charset="-120"/>
              </a:rPr>
              <a:t>は</a:t>
            </a:r>
          </a:p>
          <a:p>
            <a:pPr marL="0" indent="0">
              <a:lnSpc>
                <a:spcPts val="2400"/>
              </a:lnSpc>
              <a:buNone/>
            </a:pPr>
            <a:r>
              <a:rPr lang="en-US" sz="2400" err="1">
                <a:solidFill>
                  <a:srgbClr val="2D2D2D"/>
                </a:solidFill>
                <a:latin typeface="Meiryo, メイリオ, sans-serif" pitchFamily="34" charset="0"/>
                <a:ea typeface="Meiryo, メイリオ, sans-serif" pitchFamily="34" charset="-122"/>
                <a:cs typeface="Meiryo, メイリオ, sans-serif" pitchFamily="34" charset="-120"/>
              </a:rPr>
              <a:t>この基準を満たしていません</a:t>
            </a:r>
            <a:r>
              <a:rPr lang="en-US" sz="2400">
                <a:solidFill>
                  <a:srgbClr val="2D2D2D"/>
                </a:solidFill>
                <a:latin typeface="Meiryo, メイリオ, sans-serif" pitchFamily="34" charset="0"/>
                <a:ea typeface="Meiryo, メイリオ, sans-serif" pitchFamily="34" charset="-122"/>
                <a:cs typeface="Meiryo, メイリオ, sans-serif" pitchFamily="34" charset="-120"/>
              </a:rPr>
              <a:t>。</a:t>
            </a:r>
            <a:endParaRPr lang="en-US" sz="2400"/>
          </a:p>
        </p:txBody>
      </p:sp>
      <p:sp>
        <p:nvSpPr>
          <p:cNvPr id="15" name="Text 11"/>
          <p:cNvSpPr/>
          <p:nvPr/>
        </p:nvSpPr>
        <p:spPr>
          <a:xfrm>
            <a:off x="3931919" y="3531870"/>
            <a:ext cx="4572000" cy="320040"/>
          </a:xfrm>
          <a:prstGeom prst="rect">
            <a:avLst/>
          </a:prstGeom>
          <a:noFill/>
          <a:ln/>
        </p:spPr>
        <p:txBody>
          <a:bodyPr wrap="square" rtlCol="0" anchor="ctr"/>
          <a:lstStyle/>
          <a:p>
            <a:pPr marL="0" indent="0">
              <a:buNone/>
            </a:pPr>
            <a:r>
              <a:rPr lang="en-US" sz="900" i="1">
                <a:solidFill>
                  <a:srgbClr val="9CA3AF"/>
                </a:solidFill>
                <a:latin typeface="Meiryo, メイリオ, sans-serif" pitchFamily="34" charset="0"/>
                <a:ea typeface="Meiryo, メイリオ, sans-serif" pitchFamily="34" charset="-122"/>
                <a:cs typeface="Meiryo, メイリオ, sans-serif" pitchFamily="34" charset="-120"/>
              </a:rPr>
              <a:t>出典：厚生労働省　健康づくりのための睡眠ガイド2023、生活習慣調査の結果</a:t>
            </a:r>
            <a:endParaRPr lang="en-US" sz="900"/>
          </a:p>
        </p:txBody>
      </p:sp>
      <p:sp>
        <p:nvSpPr>
          <p:cNvPr id="16" name="Shape 12"/>
          <p:cNvSpPr/>
          <p:nvPr/>
        </p:nvSpPr>
        <p:spPr>
          <a:xfrm>
            <a:off x="640080" y="4069080"/>
            <a:ext cx="7863840" cy="502920"/>
          </a:xfrm>
          <a:prstGeom prst="rect">
            <a:avLst/>
          </a:prstGeom>
          <a:solidFill>
            <a:srgbClr val="E8F8FA"/>
          </a:solidFill>
          <a:ln/>
        </p:spPr>
        <p:txBody>
          <a:bodyPr/>
          <a:lstStyle/>
          <a:p>
            <a:endParaRPr lang="ja-JP" altLang="en-US"/>
          </a:p>
        </p:txBody>
      </p:sp>
      <p:sp>
        <p:nvSpPr>
          <p:cNvPr id="17" name="Shape 13"/>
          <p:cNvSpPr/>
          <p:nvPr/>
        </p:nvSpPr>
        <p:spPr>
          <a:xfrm>
            <a:off x="640080" y="4069080"/>
            <a:ext cx="54864" cy="502920"/>
          </a:xfrm>
          <a:prstGeom prst="rect">
            <a:avLst/>
          </a:prstGeom>
          <a:solidFill>
            <a:srgbClr val="43C1D4"/>
          </a:solidFill>
          <a:ln/>
        </p:spPr>
        <p:txBody>
          <a:bodyPr/>
          <a:lstStyle/>
          <a:p>
            <a:endParaRPr lang="ja-JP" altLang="en-US"/>
          </a:p>
        </p:txBody>
      </p:sp>
      <p:pic>
        <p:nvPicPr>
          <p:cNvPr id="18" name="Image 2" descr="preencoded.png"/>
          <p:cNvPicPr>
            <a:picLocks/>
          </p:cNvPicPr>
          <p:nvPr/>
        </p:nvPicPr>
        <p:blipFill>
          <a:blip r:embed="rId4"/>
          <a:stretch>
            <a:fillRect/>
          </a:stretch>
        </p:blipFill>
        <p:spPr>
          <a:xfrm>
            <a:off x="1913206" y="4183380"/>
            <a:ext cx="274320" cy="274320"/>
          </a:xfrm>
          <a:prstGeom prst="rect">
            <a:avLst/>
          </a:prstGeom>
        </p:spPr>
      </p:pic>
      <p:sp>
        <p:nvSpPr>
          <p:cNvPr id="19" name="Text 14"/>
          <p:cNvSpPr/>
          <p:nvPr/>
        </p:nvSpPr>
        <p:spPr>
          <a:xfrm>
            <a:off x="1188720" y="4069080"/>
            <a:ext cx="7223760" cy="502920"/>
          </a:xfrm>
          <a:prstGeom prst="rect">
            <a:avLst/>
          </a:prstGeom>
          <a:noFill/>
          <a:ln/>
        </p:spPr>
        <p:txBody>
          <a:bodyPr wrap="square" rtlCol="0" anchor="ctr"/>
          <a:lstStyle/>
          <a:p>
            <a:pPr marL="0" indent="0" algn="ctr">
              <a:buNone/>
            </a:pPr>
            <a:r>
              <a:rPr lang="en-US" sz="1600">
                <a:solidFill>
                  <a:srgbClr val="2D2D2D"/>
                </a:solidFill>
                <a:latin typeface="Meiryo, メイリオ, sans-serif" pitchFamily="34" charset="0"/>
                <a:ea typeface="Meiryo, メイリオ, sans-serif" pitchFamily="34" charset="-122"/>
                <a:cs typeface="Meiryo, メイリオ, sans-serif" pitchFamily="34" charset="-120"/>
              </a:rPr>
              <a:t>多くの人が睡眠不足に陥っている現状を理解しましょう</a:t>
            </a:r>
            <a:endParaRPr lang="en-US" sz="1600"/>
          </a:p>
        </p:txBody>
      </p:sp>
      <p:pic>
        <p:nvPicPr>
          <p:cNvPr id="21" name="グラフィックス 20" descr="2 人の男性 単色塗りつぶし">
            <a:extLst>
              <a:ext uri="{FF2B5EF4-FFF2-40B4-BE49-F238E27FC236}">
                <a16:creationId xmlns:a16="http://schemas.microsoft.com/office/drawing/2014/main" id="{0F4599E4-3010-D972-4686-E191960F88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9757" y="2586366"/>
            <a:ext cx="703215" cy="703215"/>
          </a:xfrm>
          <a:prstGeom prst="rect">
            <a:avLst/>
          </a:prstGeom>
        </p:spPr>
      </p:pic>
      <p:pic>
        <p:nvPicPr>
          <p:cNvPr id="23" name="グラフィックス 22" descr="2 人の男性 単色塗りつぶし">
            <a:extLst>
              <a:ext uri="{FF2B5EF4-FFF2-40B4-BE49-F238E27FC236}">
                <a16:creationId xmlns:a16="http://schemas.microsoft.com/office/drawing/2014/main" id="{35807753-A83D-02DE-8EB0-439D3E5350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75293" y="2582069"/>
            <a:ext cx="703215" cy="703215"/>
          </a:xfrm>
          <a:prstGeom prst="rect">
            <a:avLst/>
          </a:prstGeom>
        </p:spPr>
      </p:pic>
      <p:pic>
        <p:nvPicPr>
          <p:cNvPr id="24" name="グラフィックス 23" descr="2 人の男性 単色塗りつぶし">
            <a:extLst>
              <a:ext uri="{FF2B5EF4-FFF2-40B4-BE49-F238E27FC236}">
                <a16:creationId xmlns:a16="http://schemas.microsoft.com/office/drawing/2014/main" id="{17252AAD-CA0E-E6AB-30EE-30441F9C71E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97119" y="2592616"/>
            <a:ext cx="703215" cy="703215"/>
          </a:xfrm>
          <a:prstGeom prst="rect">
            <a:avLst/>
          </a:prstGeom>
        </p:spPr>
      </p:pic>
      <p:pic>
        <p:nvPicPr>
          <p:cNvPr id="25" name="グラフィックス 24" descr="2 人の男性 単色塗りつぶし">
            <a:extLst>
              <a:ext uri="{FF2B5EF4-FFF2-40B4-BE49-F238E27FC236}">
                <a16:creationId xmlns:a16="http://schemas.microsoft.com/office/drawing/2014/main" id="{A4586826-F9E7-2BD4-961C-DEA668AC5DC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34590" y="2599742"/>
            <a:ext cx="703215" cy="703215"/>
          </a:xfrm>
          <a:prstGeom prst="rect">
            <a:avLst/>
          </a:prstGeom>
        </p:spPr>
      </p:pic>
      <p:pic>
        <p:nvPicPr>
          <p:cNvPr id="26" name="グラフィックス 25" descr="2 人の男性 単色塗りつぶし">
            <a:extLst>
              <a:ext uri="{FF2B5EF4-FFF2-40B4-BE49-F238E27FC236}">
                <a16:creationId xmlns:a16="http://schemas.microsoft.com/office/drawing/2014/main" id="{8E45DDE4-59B6-B523-DD05-54CD30C4094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60126" y="2603255"/>
            <a:ext cx="703215" cy="703215"/>
          </a:xfrm>
          <a:prstGeom prst="rect">
            <a:avLst/>
          </a:prstGeom>
        </p:spPr>
      </p:pic>
      <p:pic>
        <p:nvPicPr>
          <p:cNvPr id="20" name="Graphic 19" descr="疲れた顔 (塗りつぶし) 単色塗りつぶし">
            <a:extLst>
              <a:ext uri="{FF2B5EF4-FFF2-40B4-BE49-F238E27FC236}">
                <a16:creationId xmlns:a16="http://schemas.microsoft.com/office/drawing/2014/main" id="{54929179-F8ED-CA55-683E-C3B8E4D8912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9085" y="1670048"/>
            <a:ext cx="841830" cy="8418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50468"/>
            <a:ext cx="9144000" cy="5143500"/>
          </a:xfrm>
          <a:prstGeom prst="rect">
            <a:avLst/>
          </a:prstGeom>
          <a:solidFill>
            <a:srgbClr val="FFFFFF"/>
          </a:solidFill>
          <a:ln/>
        </p:spPr>
        <p:txBody>
          <a:bodyPr/>
          <a:lstStyle/>
          <a:p>
            <a:endParaRPr lang="ja-JP" altLang="en-US"/>
          </a:p>
        </p:txBody>
      </p:sp>
      <p:sp>
        <p:nvSpPr>
          <p:cNvPr id="3" name="Shape 1"/>
          <p:cNvSpPr/>
          <p:nvPr/>
        </p:nvSpPr>
        <p:spPr>
          <a:xfrm>
            <a:off x="0" y="0"/>
            <a:ext cx="9144000" cy="228600"/>
          </a:xfrm>
          <a:prstGeom prst="rect">
            <a:avLst/>
          </a:prstGeom>
          <a:solidFill>
            <a:srgbClr val="43C1D4"/>
          </a:solidFill>
          <a:ln/>
        </p:spPr>
        <p:txBody>
          <a:bodyPr/>
          <a:lstStyle/>
          <a:p>
            <a:endParaRPr lang="ja-JP" altLang="en-US"/>
          </a:p>
        </p:txBody>
      </p:sp>
      <p:pic>
        <p:nvPicPr>
          <p:cNvPr id="4" name="Image 0" descr="preencoded.png"/>
          <p:cNvPicPr>
            <a:picLocks/>
          </p:cNvPicPr>
          <p:nvPr/>
        </p:nvPicPr>
        <p:blipFill>
          <a:blip r:embed="rId3"/>
          <a:stretch>
            <a:fillRect/>
          </a:stretch>
        </p:blipFill>
        <p:spPr>
          <a:xfrm>
            <a:off x="0" y="0"/>
            <a:ext cx="9144000" cy="228600"/>
          </a:xfrm>
          <a:prstGeom prst="rect">
            <a:avLst/>
          </a:prstGeom>
        </p:spPr>
      </p:pic>
      <p:sp>
        <p:nvSpPr>
          <p:cNvPr id="5" name="Shape 2"/>
          <p:cNvSpPr/>
          <p:nvPr/>
        </p:nvSpPr>
        <p:spPr>
          <a:xfrm>
            <a:off x="0" y="4914900"/>
            <a:ext cx="9144000" cy="228600"/>
          </a:xfrm>
          <a:prstGeom prst="rect">
            <a:avLst/>
          </a:prstGeom>
          <a:solidFill>
            <a:srgbClr val="43C1D4"/>
          </a:solidFill>
          <a:ln/>
        </p:spPr>
        <p:txBody>
          <a:bodyPr/>
          <a:lstStyle/>
          <a:p>
            <a:endParaRPr lang="ja-JP" altLang="en-US"/>
          </a:p>
        </p:txBody>
      </p:sp>
      <p:pic>
        <p:nvPicPr>
          <p:cNvPr id="6" name="Image 1" descr="preencoded.png"/>
          <p:cNvPicPr>
            <a:picLocks/>
          </p:cNvPicPr>
          <p:nvPr/>
        </p:nvPicPr>
        <p:blipFill>
          <a:blip r:embed="rId3"/>
          <a:stretch>
            <a:fillRect/>
          </a:stretch>
        </p:blipFill>
        <p:spPr>
          <a:xfrm>
            <a:off x="0" y="4914900"/>
            <a:ext cx="9144000" cy="228600"/>
          </a:xfrm>
          <a:prstGeom prst="rect">
            <a:avLst/>
          </a:prstGeom>
        </p:spPr>
      </p:pic>
      <p:sp>
        <p:nvSpPr>
          <p:cNvPr id="7" name="Text 3"/>
          <p:cNvSpPr/>
          <p:nvPr/>
        </p:nvSpPr>
        <p:spPr>
          <a:xfrm>
            <a:off x="640080" y="274320"/>
            <a:ext cx="6949440" cy="594360"/>
          </a:xfrm>
          <a:prstGeom prst="rect">
            <a:avLst/>
          </a:prstGeom>
          <a:noFill/>
          <a:ln/>
        </p:spPr>
        <p:txBody>
          <a:bodyPr wrap="square" rtlCol="0" anchor="b"/>
          <a:lstStyle/>
          <a:p>
            <a:pPr marL="0" indent="0">
              <a:buNone/>
            </a:pPr>
            <a:r>
              <a:rPr lang="en-US" sz="2600" b="1">
                <a:solidFill>
                  <a:srgbClr val="2D2D2D"/>
                </a:solidFill>
                <a:latin typeface="Meiryo, メイリオ, sans-serif" pitchFamily="34" charset="0"/>
                <a:ea typeface="Meiryo, メイリオ, sans-serif" pitchFamily="34" charset="-122"/>
                <a:cs typeface="Meiryo, メイリオ, sans-serif" pitchFamily="34" charset="-120"/>
              </a:rPr>
              <a:t>これって「睡眠不足」かも？</a:t>
            </a:r>
            <a:endParaRPr lang="en-US" sz="2600"/>
          </a:p>
        </p:txBody>
      </p:sp>
      <p:sp>
        <p:nvSpPr>
          <p:cNvPr id="8" name="Shape 4"/>
          <p:cNvSpPr/>
          <p:nvPr/>
        </p:nvSpPr>
        <p:spPr>
          <a:xfrm>
            <a:off x="640080" y="868680"/>
            <a:ext cx="7863840" cy="36576"/>
          </a:xfrm>
          <a:prstGeom prst="rect">
            <a:avLst/>
          </a:prstGeom>
          <a:solidFill>
            <a:srgbClr val="43C1D4"/>
          </a:solidFill>
          <a:ln/>
        </p:spPr>
        <p:txBody>
          <a:bodyPr/>
          <a:lstStyle/>
          <a:p>
            <a:endParaRPr lang="ja-JP" altLang="en-US"/>
          </a:p>
        </p:txBody>
      </p:sp>
      <p:sp>
        <p:nvSpPr>
          <p:cNvPr id="9" name="Text 5"/>
          <p:cNvSpPr/>
          <p:nvPr/>
        </p:nvSpPr>
        <p:spPr>
          <a:xfrm>
            <a:off x="7680960" y="4709160"/>
            <a:ext cx="1097280" cy="274320"/>
          </a:xfrm>
          <a:prstGeom prst="rect">
            <a:avLst/>
          </a:prstGeom>
          <a:noFill/>
          <a:ln/>
        </p:spPr>
        <p:txBody>
          <a:bodyPr wrap="square" rtlCol="0" anchor="ctr"/>
          <a:lstStyle/>
          <a:p>
            <a:pPr marL="0" indent="0" algn="r">
              <a:buNone/>
            </a:pPr>
            <a:r>
              <a:rPr lang="en-US" sz="900">
                <a:solidFill>
                  <a:srgbClr val="9CA3AF"/>
                </a:solidFill>
                <a:latin typeface="Meiryo, メイリオ, sans-serif" pitchFamily="34" charset="0"/>
                <a:ea typeface="Meiryo, メイリオ, sans-serif" pitchFamily="34" charset="-122"/>
                <a:cs typeface="Meiryo, メイリオ, sans-serif" pitchFamily="34" charset="-120"/>
              </a:rPr>
              <a:t>3 / 9</a:t>
            </a:r>
            <a:endParaRPr lang="en-US" sz="900"/>
          </a:p>
        </p:txBody>
      </p:sp>
      <p:sp>
        <p:nvSpPr>
          <p:cNvPr id="10" name="Shape 6"/>
          <p:cNvSpPr/>
          <p:nvPr/>
        </p:nvSpPr>
        <p:spPr>
          <a:xfrm>
            <a:off x="640080" y="4709160"/>
            <a:ext cx="7863840" cy="7315"/>
          </a:xfrm>
          <a:prstGeom prst="rect">
            <a:avLst/>
          </a:prstGeom>
          <a:solidFill>
            <a:srgbClr val="E5E7EB"/>
          </a:solidFill>
          <a:ln/>
        </p:spPr>
        <p:txBody>
          <a:bodyPr/>
          <a:lstStyle/>
          <a:p>
            <a:endParaRPr lang="ja-JP" altLang="en-US"/>
          </a:p>
        </p:txBody>
      </p:sp>
      <p:sp>
        <p:nvSpPr>
          <p:cNvPr id="13" name="Shape 7"/>
          <p:cNvSpPr/>
          <p:nvPr/>
        </p:nvSpPr>
        <p:spPr>
          <a:xfrm>
            <a:off x="2194560" y="1124712"/>
            <a:ext cx="292608" cy="292608"/>
          </a:xfrm>
          <a:prstGeom prst="roundRect">
            <a:avLst>
              <a:gd name="adj" fmla="val 18750"/>
            </a:avLst>
          </a:prstGeom>
          <a:solidFill>
            <a:srgbClr val="43C1D4"/>
          </a:solidFill>
          <a:ln/>
        </p:spPr>
        <p:txBody>
          <a:bodyPr/>
          <a:lstStyle/>
          <a:p>
            <a:endParaRPr lang="ja-JP" altLang="en-US"/>
          </a:p>
        </p:txBody>
      </p:sp>
      <p:sp>
        <p:nvSpPr>
          <p:cNvPr id="14" name="Text 8"/>
          <p:cNvSpPr/>
          <p:nvPr/>
        </p:nvSpPr>
        <p:spPr>
          <a:xfrm>
            <a:off x="2194560" y="1124712"/>
            <a:ext cx="292608" cy="292608"/>
          </a:xfrm>
          <a:prstGeom prst="rect">
            <a:avLst/>
          </a:prstGeom>
          <a:noFill/>
          <a:ln/>
        </p:spPr>
        <p:txBody>
          <a:bodyPr wrap="square" rtlCol="0" anchor="ctr"/>
          <a:lstStyle/>
          <a:p>
            <a:pPr marL="0" indent="0" algn="ctr">
              <a:buNone/>
            </a:pPr>
            <a:r>
              <a:rPr lang="en-US" sz="1100" b="1">
                <a:solidFill>
                  <a:srgbClr val="FFFFFF"/>
                </a:solidFill>
                <a:latin typeface="Meiryo, メイリオ, sans-serif" pitchFamily="34" charset="0"/>
                <a:ea typeface="Meiryo, メイリオ, sans-serif" pitchFamily="34" charset="-122"/>
                <a:cs typeface="Meiryo, メイリオ, sans-serif" pitchFamily="34" charset="-120"/>
              </a:rPr>
              <a:t>1</a:t>
            </a:r>
            <a:endParaRPr lang="en-US" sz="1100"/>
          </a:p>
        </p:txBody>
      </p:sp>
      <p:sp>
        <p:nvSpPr>
          <p:cNvPr id="15" name="Text 9"/>
          <p:cNvSpPr/>
          <p:nvPr/>
        </p:nvSpPr>
        <p:spPr>
          <a:xfrm>
            <a:off x="2651760" y="1051560"/>
            <a:ext cx="5577840" cy="320040"/>
          </a:xfrm>
          <a:prstGeom prst="rect">
            <a:avLst/>
          </a:prstGeom>
          <a:noFill/>
          <a:ln/>
        </p:spPr>
        <p:txBody>
          <a:bodyPr wrap="square" rtlCol="0" anchor="ctr"/>
          <a:lstStyle/>
          <a:p>
            <a:pPr marL="0" indent="0">
              <a:buNone/>
            </a:pPr>
            <a:r>
              <a:rPr lang="en-US" sz="2400" b="1">
                <a:solidFill>
                  <a:srgbClr val="2D2D2D"/>
                </a:solidFill>
                <a:latin typeface="Meiryo, メイリオ, sans-serif" pitchFamily="34" charset="0"/>
                <a:ea typeface="Meiryo, メイリオ, sans-serif" pitchFamily="34" charset="-122"/>
                <a:cs typeface="Meiryo, メイリオ, sans-serif" pitchFamily="34" charset="-120"/>
              </a:rPr>
              <a:t>集中力低下</a:t>
            </a:r>
            <a:endParaRPr lang="en-US" sz="2400"/>
          </a:p>
        </p:txBody>
      </p:sp>
      <p:sp>
        <p:nvSpPr>
          <p:cNvPr id="16" name="Text 10"/>
          <p:cNvSpPr/>
          <p:nvPr/>
        </p:nvSpPr>
        <p:spPr>
          <a:xfrm>
            <a:off x="2651760" y="1386090"/>
            <a:ext cx="5577840" cy="320040"/>
          </a:xfrm>
          <a:prstGeom prst="rect">
            <a:avLst/>
          </a:prstGeom>
          <a:noFill/>
          <a:ln/>
        </p:spPr>
        <p:txBody>
          <a:bodyPr wrap="square" rtlCol="0" anchor="ctr"/>
          <a:lstStyle/>
          <a:p>
            <a:pPr marL="0" indent="0">
              <a:buNone/>
            </a:pPr>
            <a:r>
              <a:rPr lang="en-US" sz="1400" err="1">
                <a:solidFill>
                  <a:srgbClr val="6B7280"/>
                </a:solidFill>
                <a:latin typeface="Meiryo, メイリオ, sans-serif" pitchFamily="34" charset="0"/>
                <a:ea typeface="Meiryo, メイリオ, sans-serif" pitchFamily="34" charset="-122"/>
                <a:cs typeface="Meiryo, メイリオ, sans-serif" pitchFamily="34" charset="-120"/>
              </a:rPr>
              <a:t>仕事や勉強に集中できない状態が続いている場合は</a:t>
            </a:r>
            <a:endParaRPr lang="en-US" sz="1400">
              <a:solidFill>
                <a:srgbClr val="6B7280"/>
              </a:solidFill>
              <a:latin typeface="Meiryo, メイリオ, sans-serif" pitchFamily="34" charset="0"/>
              <a:ea typeface="Meiryo, メイリオ, sans-serif" pitchFamily="34" charset="-122"/>
              <a:cs typeface="Meiryo, メイリオ, sans-serif" pitchFamily="34" charset="-120"/>
            </a:endParaRPr>
          </a:p>
          <a:p>
            <a:pPr marL="0" indent="0">
              <a:buNone/>
            </a:pPr>
            <a:r>
              <a:rPr lang="en-US" sz="1400" err="1">
                <a:solidFill>
                  <a:srgbClr val="6B7280"/>
                </a:solidFill>
                <a:latin typeface="Meiryo, メイリオ, sans-serif" pitchFamily="34" charset="0"/>
                <a:ea typeface="Meiryo, メイリオ, sans-serif" pitchFamily="34" charset="-122"/>
                <a:cs typeface="Meiryo, メイリオ, sans-serif" pitchFamily="34" charset="-120"/>
              </a:rPr>
              <a:t>睡眠時間が不足している可能性があります</a:t>
            </a:r>
            <a:endParaRPr lang="en-US" sz="1400"/>
          </a:p>
        </p:txBody>
      </p:sp>
      <p:sp>
        <p:nvSpPr>
          <p:cNvPr id="18" name="Shape 12"/>
          <p:cNvSpPr/>
          <p:nvPr/>
        </p:nvSpPr>
        <p:spPr>
          <a:xfrm>
            <a:off x="2194560" y="1833372"/>
            <a:ext cx="292608" cy="292608"/>
          </a:xfrm>
          <a:prstGeom prst="roundRect">
            <a:avLst>
              <a:gd name="adj" fmla="val 18750"/>
            </a:avLst>
          </a:prstGeom>
          <a:solidFill>
            <a:srgbClr val="43C1D4"/>
          </a:solidFill>
          <a:ln/>
        </p:spPr>
        <p:txBody>
          <a:bodyPr/>
          <a:lstStyle/>
          <a:p>
            <a:endParaRPr lang="ja-JP" altLang="en-US"/>
          </a:p>
        </p:txBody>
      </p:sp>
      <p:sp>
        <p:nvSpPr>
          <p:cNvPr id="19" name="Text 13"/>
          <p:cNvSpPr/>
          <p:nvPr/>
        </p:nvSpPr>
        <p:spPr>
          <a:xfrm>
            <a:off x="2194560" y="1833372"/>
            <a:ext cx="292608" cy="292608"/>
          </a:xfrm>
          <a:prstGeom prst="rect">
            <a:avLst/>
          </a:prstGeom>
          <a:noFill/>
          <a:ln/>
        </p:spPr>
        <p:txBody>
          <a:bodyPr wrap="square" rtlCol="0" anchor="ctr"/>
          <a:lstStyle/>
          <a:p>
            <a:pPr marL="0" indent="0" algn="ctr">
              <a:buNone/>
            </a:pPr>
            <a:r>
              <a:rPr lang="en-US" sz="1100" b="1">
                <a:solidFill>
                  <a:srgbClr val="FFFFFF"/>
                </a:solidFill>
                <a:latin typeface="Meiryo, メイリオ, sans-serif" pitchFamily="34" charset="0"/>
                <a:ea typeface="Meiryo, メイリオ, sans-serif" pitchFamily="34" charset="-122"/>
                <a:cs typeface="Meiryo, メイリオ, sans-serif" pitchFamily="34" charset="-120"/>
              </a:rPr>
              <a:t>2</a:t>
            </a:r>
            <a:endParaRPr lang="en-US" sz="1100"/>
          </a:p>
        </p:txBody>
      </p:sp>
      <p:sp>
        <p:nvSpPr>
          <p:cNvPr id="20" name="Text 14"/>
          <p:cNvSpPr/>
          <p:nvPr/>
        </p:nvSpPr>
        <p:spPr>
          <a:xfrm>
            <a:off x="2651760" y="1794827"/>
            <a:ext cx="5577840" cy="320040"/>
          </a:xfrm>
          <a:prstGeom prst="rect">
            <a:avLst/>
          </a:prstGeom>
          <a:noFill/>
          <a:ln/>
        </p:spPr>
        <p:txBody>
          <a:bodyPr wrap="square" rtlCol="0" anchor="ctr"/>
          <a:lstStyle/>
          <a:p>
            <a:pPr marL="0" indent="0">
              <a:buNone/>
            </a:pPr>
            <a:r>
              <a:rPr lang="en-US" sz="2400" b="1">
                <a:solidFill>
                  <a:srgbClr val="2D2D2D"/>
                </a:solidFill>
                <a:latin typeface="Meiryo, メイリオ, sans-serif" pitchFamily="34" charset="0"/>
                <a:ea typeface="Meiryo, メイリオ, sans-serif" pitchFamily="34" charset="-122"/>
                <a:cs typeface="Meiryo, メイリオ, sans-serif" pitchFamily="34" charset="-120"/>
              </a:rPr>
              <a:t>感情の不安定さ</a:t>
            </a:r>
            <a:endParaRPr lang="en-US" sz="2400"/>
          </a:p>
        </p:txBody>
      </p:sp>
      <p:sp>
        <p:nvSpPr>
          <p:cNvPr id="21" name="Text 15"/>
          <p:cNvSpPr/>
          <p:nvPr/>
        </p:nvSpPr>
        <p:spPr>
          <a:xfrm>
            <a:off x="2651760" y="2167128"/>
            <a:ext cx="5577840" cy="320040"/>
          </a:xfrm>
          <a:prstGeom prst="rect">
            <a:avLst/>
          </a:prstGeom>
          <a:noFill/>
          <a:ln/>
        </p:spPr>
        <p:txBody>
          <a:bodyPr wrap="square" rtlCol="0" anchor="ctr"/>
          <a:lstStyle/>
          <a:p>
            <a:pPr marL="0" indent="0">
              <a:buNone/>
            </a:pPr>
            <a:r>
              <a:rPr lang="en-US" sz="1400" err="1">
                <a:solidFill>
                  <a:srgbClr val="6B7280"/>
                </a:solidFill>
                <a:latin typeface="Meiryo, メイリオ, sans-serif" pitchFamily="34" charset="0"/>
                <a:ea typeface="Meiryo, メイリオ, sans-serif" pitchFamily="34" charset="-122"/>
                <a:cs typeface="Meiryo, メイリオ, sans-serif" pitchFamily="34" charset="-120"/>
              </a:rPr>
              <a:t>些細なことでイライラしたり</a:t>
            </a:r>
            <a:r>
              <a:rPr lang="en-US" sz="1400">
                <a:solidFill>
                  <a:srgbClr val="6B7280"/>
                </a:solidFill>
                <a:latin typeface="Meiryo, メイリオ, sans-serif" pitchFamily="34" charset="0"/>
                <a:ea typeface="Meiryo, メイリオ, sans-serif" pitchFamily="34" charset="-122"/>
                <a:cs typeface="Meiryo, メイリオ, sans-serif" pitchFamily="34" charset="-120"/>
              </a:rPr>
              <a:t>、</a:t>
            </a:r>
          </a:p>
          <a:p>
            <a:pPr marL="0" indent="0">
              <a:buNone/>
            </a:pPr>
            <a:r>
              <a:rPr lang="en-US" sz="1400" err="1">
                <a:solidFill>
                  <a:srgbClr val="6B7280"/>
                </a:solidFill>
                <a:latin typeface="Meiryo, メイリオ, sans-serif" pitchFamily="34" charset="0"/>
                <a:ea typeface="Meiryo, メイリオ, sans-serif" pitchFamily="34" charset="-122"/>
                <a:cs typeface="Meiryo, メイリオ, sans-serif" pitchFamily="34" charset="-120"/>
              </a:rPr>
              <a:t>感情のコントロールが難しくなっている状態です</a:t>
            </a:r>
            <a:endParaRPr lang="en-US" sz="1400"/>
          </a:p>
        </p:txBody>
      </p:sp>
      <p:sp>
        <p:nvSpPr>
          <p:cNvPr id="23" name="Shape 17"/>
          <p:cNvSpPr/>
          <p:nvPr/>
        </p:nvSpPr>
        <p:spPr>
          <a:xfrm>
            <a:off x="2194560" y="2542032"/>
            <a:ext cx="292608" cy="292608"/>
          </a:xfrm>
          <a:prstGeom prst="roundRect">
            <a:avLst>
              <a:gd name="adj" fmla="val 18750"/>
            </a:avLst>
          </a:prstGeom>
          <a:solidFill>
            <a:srgbClr val="43C1D4"/>
          </a:solidFill>
          <a:ln/>
        </p:spPr>
        <p:txBody>
          <a:bodyPr/>
          <a:lstStyle/>
          <a:p>
            <a:endParaRPr lang="ja-JP" altLang="en-US"/>
          </a:p>
        </p:txBody>
      </p:sp>
      <p:sp>
        <p:nvSpPr>
          <p:cNvPr id="24" name="Text 18"/>
          <p:cNvSpPr/>
          <p:nvPr/>
        </p:nvSpPr>
        <p:spPr>
          <a:xfrm>
            <a:off x="2194560" y="2542032"/>
            <a:ext cx="292608" cy="292608"/>
          </a:xfrm>
          <a:prstGeom prst="rect">
            <a:avLst/>
          </a:prstGeom>
          <a:noFill/>
          <a:ln/>
        </p:spPr>
        <p:txBody>
          <a:bodyPr wrap="square" rtlCol="0" anchor="ctr"/>
          <a:lstStyle/>
          <a:p>
            <a:pPr marL="0" indent="0" algn="ctr">
              <a:buNone/>
            </a:pPr>
            <a:r>
              <a:rPr lang="en-US" sz="1100" b="1">
                <a:solidFill>
                  <a:srgbClr val="FFFFFF"/>
                </a:solidFill>
                <a:latin typeface="Meiryo, メイリオ, sans-serif" pitchFamily="34" charset="0"/>
                <a:ea typeface="Meiryo, メイリオ, sans-serif" pitchFamily="34" charset="-122"/>
                <a:cs typeface="Meiryo, メイリオ, sans-serif" pitchFamily="34" charset="-120"/>
              </a:rPr>
              <a:t>3</a:t>
            </a:r>
            <a:endParaRPr lang="en-US" sz="1100"/>
          </a:p>
        </p:txBody>
      </p:sp>
      <p:sp>
        <p:nvSpPr>
          <p:cNvPr id="25" name="Text 19"/>
          <p:cNvSpPr/>
          <p:nvPr/>
        </p:nvSpPr>
        <p:spPr>
          <a:xfrm>
            <a:off x="2651760" y="2560320"/>
            <a:ext cx="5577840" cy="320040"/>
          </a:xfrm>
          <a:prstGeom prst="rect">
            <a:avLst/>
          </a:prstGeom>
          <a:noFill/>
          <a:ln/>
        </p:spPr>
        <p:txBody>
          <a:bodyPr wrap="square" rtlCol="0" anchor="ctr"/>
          <a:lstStyle/>
          <a:p>
            <a:pPr marL="0" indent="0">
              <a:buNone/>
            </a:pPr>
            <a:r>
              <a:rPr lang="en-US" sz="2400" b="1">
                <a:solidFill>
                  <a:srgbClr val="2D2D2D"/>
                </a:solidFill>
                <a:latin typeface="Meiryo, メイリオ, sans-serif" pitchFamily="34" charset="0"/>
                <a:ea typeface="Meiryo, メイリオ, sans-serif" pitchFamily="34" charset="-122"/>
                <a:cs typeface="Meiryo, メイリオ, sans-serif" pitchFamily="34" charset="-120"/>
              </a:rPr>
              <a:t>疲労の蓄積</a:t>
            </a:r>
            <a:endParaRPr lang="en-US" sz="2400"/>
          </a:p>
        </p:txBody>
      </p:sp>
      <p:sp>
        <p:nvSpPr>
          <p:cNvPr id="26" name="Text 20"/>
          <p:cNvSpPr/>
          <p:nvPr/>
        </p:nvSpPr>
        <p:spPr>
          <a:xfrm>
            <a:off x="2651760" y="2903220"/>
            <a:ext cx="5577840" cy="320040"/>
          </a:xfrm>
          <a:prstGeom prst="rect">
            <a:avLst/>
          </a:prstGeom>
          <a:noFill/>
          <a:ln/>
        </p:spPr>
        <p:txBody>
          <a:bodyPr wrap="square" rtlCol="0" anchor="ctr"/>
          <a:lstStyle/>
          <a:p>
            <a:pPr marL="0" indent="0">
              <a:buNone/>
            </a:pPr>
            <a:r>
              <a:rPr lang="en-US" sz="1400" err="1">
                <a:solidFill>
                  <a:srgbClr val="6B7280"/>
                </a:solidFill>
                <a:latin typeface="Meiryo, メイリオ, sans-serif" pitchFamily="34" charset="0"/>
                <a:ea typeface="Meiryo, メイリオ, sans-serif" pitchFamily="34" charset="-122"/>
                <a:cs typeface="Meiryo, メイリオ, sans-serif" pitchFamily="34" charset="-120"/>
              </a:rPr>
              <a:t>十分に休んでいるはずなのに疲れが取れない</a:t>
            </a:r>
            <a:r>
              <a:rPr lang="en-US" sz="1400">
                <a:solidFill>
                  <a:srgbClr val="6B7280"/>
                </a:solidFill>
                <a:latin typeface="Meiryo, メイリオ, sans-serif" pitchFamily="34" charset="0"/>
                <a:ea typeface="Meiryo, メイリオ, sans-serif" pitchFamily="34" charset="-122"/>
                <a:cs typeface="Meiryo, メイリオ, sans-serif" pitchFamily="34" charset="-120"/>
              </a:rPr>
              <a:t>、</a:t>
            </a:r>
          </a:p>
          <a:p>
            <a:pPr marL="0" indent="0">
              <a:buNone/>
            </a:pPr>
            <a:r>
              <a:rPr lang="en-US" sz="1400" err="1">
                <a:solidFill>
                  <a:srgbClr val="6B7280"/>
                </a:solidFill>
                <a:latin typeface="Meiryo, メイリオ, sans-serif" pitchFamily="34" charset="0"/>
                <a:ea typeface="Meiryo, メイリオ, sans-serif" pitchFamily="34" charset="-122"/>
                <a:cs typeface="Meiryo, メイリオ, sans-serif" pitchFamily="34" charset="-120"/>
              </a:rPr>
              <a:t>だるさが続く症状です</a:t>
            </a:r>
            <a:endParaRPr lang="en-US" sz="1400"/>
          </a:p>
        </p:txBody>
      </p:sp>
      <p:sp>
        <p:nvSpPr>
          <p:cNvPr id="28" name="Shape 22"/>
          <p:cNvSpPr/>
          <p:nvPr/>
        </p:nvSpPr>
        <p:spPr>
          <a:xfrm>
            <a:off x="2194560" y="3250692"/>
            <a:ext cx="292608" cy="292608"/>
          </a:xfrm>
          <a:prstGeom prst="roundRect">
            <a:avLst>
              <a:gd name="adj" fmla="val 18750"/>
            </a:avLst>
          </a:prstGeom>
          <a:solidFill>
            <a:srgbClr val="E65100"/>
          </a:solidFill>
          <a:ln/>
        </p:spPr>
        <p:txBody>
          <a:bodyPr/>
          <a:lstStyle/>
          <a:p>
            <a:endParaRPr lang="ja-JP" altLang="en-US"/>
          </a:p>
        </p:txBody>
      </p:sp>
      <p:sp>
        <p:nvSpPr>
          <p:cNvPr id="29" name="Text 23"/>
          <p:cNvSpPr/>
          <p:nvPr/>
        </p:nvSpPr>
        <p:spPr>
          <a:xfrm>
            <a:off x="2194560" y="3250692"/>
            <a:ext cx="292608" cy="292608"/>
          </a:xfrm>
          <a:prstGeom prst="rect">
            <a:avLst/>
          </a:prstGeom>
          <a:solidFill>
            <a:srgbClr val="43C1D4"/>
          </a:solidFill>
          <a:ln/>
        </p:spPr>
        <p:txBody>
          <a:bodyPr wrap="square" rtlCol="0" anchor="ctr"/>
          <a:lstStyle/>
          <a:p>
            <a:pPr marL="0" indent="0" algn="ctr">
              <a:buNone/>
            </a:pPr>
            <a:r>
              <a:rPr lang="en-US" sz="1100" b="1">
                <a:solidFill>
                  <a:srgbClr val="FFFFFF"/>
                </a:solidFill>
                <a:latin typeface="Meiryo, メイリオ, sans-serif" pitchFamily="34" charset="0"/>
                <a:ea typeface="Meiryo, メイリオ, sans-serif" pitchFamily="34" charset="-122"/>
                <a:cs typeface="Meiryo, メイリオ, sans-serif" pitchFamily="34" charset="-120"/>
              </a:rPr>
              <a:t>4</a:t>
            </a:r>
            <a:endParaRPr lang="en-US" sz="1100"/>
          </a:p>
        </p:txBody>
      </p:sp>
      <p:sp>
        <p:nvSpPr>
          <p:cNvPr id="30" name="Text 24"/>
          <p:cNvSpPr/>
          <p:nvPr/>
        </p:nvSpPr>
        <p:spPr>
          <a:xfrm>
            <a:off x="2651760" y="3290504"/>
            <a:ext cx="5577840" cy="320040"/>
          </a:xfrm>
          <a:prstGeom prst="rect">
            <a:avLst/>
          </a:prstGeom>
          <a:noFill/>
          <a:ln/>
        </p:spPr>
        <p:txBody>
          <a:bodyPr wrap="square" rtlCol="0" anchor="ctr"/>
          <a:lstStyle/>
          <a:p>
            <a:pPr marL="0" indent="0">
              <a:buNone/>
            </a:pPr>
            <a:r>
              <a:rPr lang="en-US" sz="2400" b="1">
                <a:latin typeface="Meiryo, メイリオ, sans-serif" pitchFamily="34" charset="0"/>
                <a:ea typeface="Meiryo, メイリオ, sans-serif" pitchFamily="34" charset="-122"/>
                <a:cs typeface="Meiryo, メイリオ, sans-serif" pitchFamily="34" charset="-120"/>
              </a:rPr>
              <a:t>やる気の低下</a:t>
            </a:r>
            <a:endParaRPr lang="en-US" sz="2400"/>
          </a:p>
        </p:txBody>
      </p:sp>
      <p:sp>
        <p:nvSpPr>
          <p:cNvPr id="31" name="Text 25"/>
          <p:cNvSpPr/>
          <p:nvPr/>
        </p:nvSpPr>
        <p:spPr>
          <a:xfrm>
            <a:off x="2651760" y="3680460"/>
            <a:ext cx="5577840" cy="320040"/>
          </a:xfrm>
          <a:prstGeom prst="rect">
            <a:avLst/>
          </a:prstGeom>
          <a:noFill/>
          <a:ln/>
        </p:spPr>
        <p:txBody>
          <a:bodyPr wrap="square" rtlCol="0" anchor="ctr"/>
          <a:lstStyle/>
          <a:p>
            <a:pPr marL="0" indent="0">
              <a:buNone/>
            </a:pPr>
            <a:r>
              <a:rPr lang="en-US" sz="1400" err="1">
                <a:latin typeface="Meiryo, メイリオ, sans-serif" pitchFamily="34" charset="0"/>
                <a:ea typeface="Meiryo, メイリオ, sans-serif" pitchFamily="34" charset="-122"/>
                <a:cs typeface="Meiryo, メイリオ, sans-serif" pitchFamily="34" charset="-120"/>
              </a:rPr>
              <a:t>モチベーションが上がらず</a:t>
            </a:r>
            <a:r>
              <a:rPr lang="en-US" sz="1400">
                <a:latin typeface="Meiryo, メイリオ, sans-serif" pitchFamily="34" charset="0"/>
                <a:ea typeface="Meiryo, メイリオ, sans-serif" pitchFamily="34" charset="-122"/>
                <a:cs typeface="Meiryo, メイリオ, sans-serif" pitchFamily="34" charset="-120"/>
              </a:rPr>
              <a:t>、</a:t>
            </a:r>
          </a:p>
          <a:p>
            <a:pPr marL="0" indent="0">
              <a:buNone/>
            </a:pPr>
            <a:r>
              <a:rPr lang="en-US" sz="1400" err="1">
                <a:latin typeface="Meiryo, メイリオ, sans-serif" pitchFamily="34" charset="0"/>
                <a:ea typeface="Meiryo, メイリオ, sans-serif" pitchFamily="34" charset="-122"/>
                <a:cs typeface="Meiryo, メイリオ, sans-serif" pitchFamily="34" charset="-120"/>
              </a:rPr>
              <a:t>普段楽しいと感じることにも興味を持てない状態が続いています</a:t>
            </a:r>
            <a:endParaRPr lang="en-US" sz="1400"/>
          </a:p>
        </p:txBody>
      </p:sp>
      <p:sp>
        <p:nvSpPr>
          <p:cNvPr id="32" name="Shape 26"/>
          <p:cNvSpPr/>
          <p:nvPr/>
        </p:nvSpPr>
        <p:spPr>
          <a:xfrm>
            <a:off x="640080" y="4069080"/>
            <a:ext cx="7863840" cy="502920"/>
          </a:xfrm>
          <a:prstGeom prst="rect">
            <a:avLst/>
          </a:prstGeom>
          <a:solidFill>
            <a:srgbClr val="E8F8FA"/>
          </a:solidFill>
          <a:ln/>
        </p:spPr>
        <p:txBody>
          <a:bodyPr/>
          <a:lstStyle/>
          <a:p>
            <a:endParaRPr lang="ja-JP" altLang="en-US"/>
          </a:p>
        </p:txBody>
      </p:sp>
      <p:sp>
        <p:nvSpPr>
          <p:cNvPr id="33" name="Shape 27"/>
          <p:cNvSpPr/>
          <p:nvPr/>
        </p:nvSpPr>
        <p:spPr>
          <a:xfrm>
            <a:off x="640080" y="4069080"/>
            <a:ext cx="54864" cy="502920"/>
          </a:xfrm>
          <a:prstGeom prst="rect">
            <a:avLst/>
          </a:prstGeom>
          <a:solidFill>
            <a:srgbClr val="43C1D4"/>
          </a:solidFill>
          <a:ln/>
        </p:spPr>
        <p:txBody>
          <a:bodyPr/>
          <a:lstStyle/>
          <a:p>
            <a:endParaRPr lang="ja-JP" altLang="en-US"/>
          </a:p>
        </p:txBody>
      </p:sp>
      <p:pic>
        <p:nvPicPr>
          <p:cNvPr id="34" name="Image 4" descr="preencoded.png"/>
          <p:cNvPicPr>
            <a:picLocks/>
          </p:cNvPicPr>
          <p:nvPr/>
        </p:nvPicPr>
        <p:blipFill>
          <a:blip r:embed="rId4"/>
          <a:stretch>
            <a:fillRect/>
          </a:stretch>
        </p:blipFill>
        <p:spPr>
          <a:xfrm>
            <a:off x="1547446" y="4178808"/>
            <a:ext cx="274320" cy="274320"/>
          </a:xfrm>
          <a:prstGeom prst="rect">
            <a:avLst/>
          </a:prstGeom>
        </p:spPr>
      </p:pic>
      <p:sp>
        <p:nvSpPr>
          <p:cNvPr id="35" name="Text 28"/>
          <p:cNvSpPr/>
          <p:nvPr/>
        </p:nvSpPr>
        <p:spPr>
          <a:xfrm>
            <a:off x="1188720" y="4069080"/>
            <a:ext cx="7223760" cy="502920"/>
          </a:xfrm>
          <a:prstGeom prst="rect">
            <a:avLst/>
          </a:prstGeom>
          <a:noFill/>
          <a:ln/>
        </p:spPr>
        <p:txBody>
          <a:bodyPr wrap="square" rtlCol="0" anchor="ctr"/>
          <a:lstStyle/>
          <a:p>
            <a:pPr marL="0" indent="0" algn="ctr">
              <a:buNone/>
            </a:pPr>
            <a:r>
              <a:rPr lang="en-US" sz="1600">
                <a:solidFill>
                  <a:srgbClr val="2D2D2D"/>
                </a:solidFill>
                <a:latin typeface="Meiryo, メイリオ, sans-serif" pitchFamily="34" charset="0"/>
                <a:ea typeface="Meiryo, メイリオ, sans-serif" pitchFamily="34" charset="-122"/>
                <a:cs typeface="Meiryo, メイリオ, sans-serif" pitchFamily="34" charset="-120"/>
              </a:rPr>
              <a:t>これらの症状に心当たりがある場合は、睡眠不足かもしれません</a:t>
            </a:r>
            <a:endParaRPr lang="en-US" sz="1600"/>
          </a:p>
        </p:txBody>
      </p:sp>
      <p:pic>
        <p:nvPicPr>
          <p:cNvPr id="39" name="グラフィックス 38" descr="人工知能 単色塗りつぶし">
            <a:extLst>
              <a:ext uri="{FF2B5EF4-FFF2-40B4-BE49-F238E27FC236}">
                <a16:creationId xmlns:a16="http://schemas.microsoft.com/office/drawing/2014/main" id="{DF4C6170-BE42-0BE4-D61B-D0CFA22310B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0246" y="2487168"/>
            <a:ext cx="914400" cy="914400"/>
          </a:xfrm>
          <a:prstGeom prst="rect">
            <a:avLst/>
          </a:prstGeom>
        </p:spPr>
      </p:pic>
      <p:pic>
        <p:nvPicPr>
          <p:cNvPr id="41" name="グラフィックス 40" descr="コメント: 重要 単色塗りつぶし">
            <a:extLst>
              <a:ext uri="{FF2B5EF4-FFF2-40B4-BE49-F238E27FC236}">
                <a16:creationId xmlns:a16="http://schemas.microsoft.com/office/drawing/2014/main" id="{9FD667DD-04A7-B49A-DBAD-7F5F5EFCA97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0750" y="1833372"/>
            <a:ext cx="914400" cy="914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22860"/>
            <a:ext cx="9144000" cy="5143500"/>
          </a:xfrm>
          <a:prstGeom prst="rect">
            <a:avLst/>
          </a:prstGeom>
          <a:solidFill>
            <a:srgbClr val="FFFFFF"/>
          </a:solidFill>
          <a:ln/>
        </p:spPr>
        <p:txBody>
          <a:bodyPr/>
          <a:lstStyle/>
          <a:p>
            <a:endParaRPr lang="ja-JP" altLang="en-US"/>
          </a:p>
        </p:txBody>
      </p:sp>
      <p:sp>
        <p:nvSpPr>
          <p:cNvPr id="3" name="Shape 1"/>
          <p:cNvSpPr/>
          <p:nvPr/>
        </p:nvSpPr>
        <p:spPr>
          <a:xfrm>
            <a:off x="0" y="0"/>
            <a:ext cx="9144000" cy="228600"/>
          </a:xfrm>
          <a:prstGeom prst="rect">
            <a:avLst/>
          </a:prstGeom>
          <a:solidFill>
            <a:srgbClr val="43C1D4"/>
          </a:solidFill>
          <a:ln/>
        </p:spPr>
        <p:txBody>
          <a:bodyPr/>
          <a:lstStyle/>
          <a:p>
            <a:endParaRPr lang="ja-JP" altLang="en-US"/>
          </a:p>
        </p:txBody>
      </p:sp>
      <p:pic>
        <p:nvPicPr>
          <p:cNvPr id="4" name="Image 0" descr="preencoded.png"/>
          <p:cNvPicPr>
            <a:picLocks/>
          </p:cNvPicPr>
          <p:nvPr/>
        </p:nvPicPr>
        <p:blipFill>
          <a:blip r:embed="rId4"/>
          <a:stretch>
            <a:fillRect/>
          </a:stretch>
        </p:blipFill>
        <p:spPr>
          <a:xfrm>
            <a:off x="0" y="0"/>
            <a:ext cx="9144000" cy="228600"/>
          </a:xfrm>
          <a:prstGeom prst="rect">
            <a:avLst/>
          </a:prstGeom>
        </p:spPr>
      </p:pic>
      <p:sp>
        <p:nvSpPr>
          <p:cNvPr id="5" name="Shape 2"/>
          <p:cNvSpPr/>
          <p:nvPr/>
        </p:nvSpPr>
        <p:spPr>
          <a:xfrm>
            <a:off x="0" y="4914900"/>
            <a:ext cx="9144000" cy="228600"/>
          </a:xfrm>
          <a:prstGeom prst="rect">
            <a:avLst/>
          </a:prstGeom>
          <a:solidFill>
            <a:srgbClr val="43C1D4"/>
          </a:solidFill>
          <a:ln/>
        </p:spPr>
        <p:txBody>
          <a:bodyPr/>
          <a:lstStyle/>
          <a:p>
            <a:endParaRPr lang="ja-JP" altLang="en-US"/>
          </a:p>
        </p:txBody>
      </p:sp>
      <p:pic>
        <p:nvPicPr>
          <p:cNvPr id="6" name="Image 1" descr="preencoded.png"/>
          <p:cNvPicPr>
            <a:picLocks/>
          </p:cNvPicPr>
          <p:nvPr/>
        </p:nvPicPr>
        <p:blipFill>
          <a:blip r:embed="rId4"/>
          <a:stretch>
            <a:fillRect/>
          </a:stretch>
        </p:blipFill>
        <p:spPr>
          <a:xfrm>
            <a:off x="0" y="4914900"/>
            <a:ext cx="9144000" cy="228600"/>
          </a:xfrm>
          <a:prstGeom prst="rect">
            <a:avLst/>
          </a:prstGeom>
        </p:spPr>
      </p:pic>
      <p:sp>
        <p:nvSpPr>
          <p:cNvPr id="7" name="Text 3"/>
          <p:cNvSpPr/>
          <p:nvPr/>
        </p:nvSpPr>
        <p:spPr>
          <a:xfrm>
            <a:off x="640080" y="274320"/>
            <a:ext cx="6949440" cy="594360"/>
          </a:xfrm>
          <a:prstGeom prst="rect">
            <a:avLst/>
          </a:prstGeom>
          <a:noFill/>
          <a:ln/>
        </p:spPr>
        <p:txBody>
          <a:bodyPr wrap="square" rtlCol="0" anchor="b"/>
          <a:lstStyle/>
          <a:p>
            <a:pPr marL="0" indent="0">
              <a:buNone/>
            </a:pPr>
            <a:r>
              <a:rPr lang="en-US" sz="2600" b="1">
                <a:solidFill>
                  <a:srgbClr val="2D2D2D"/>
                </a:solidFill>
                <a:latin typeface="Meiryo, メイリオ, sans-serif" pitchFamily="34" charset="0"/>
                <a:ea typeface="Meiryo, メイリオ, sans-serif" pitchFamily="34" charset="-122"/>
                <a:cs typeface="Meiryo, メイリオ, sans-serif" pitchFamily="34" charset="-120"/>
              </a:rPr>
              <a:t>快眠のカギは自律神経</a:t>
            </a:r>
            <a:endParaRPr lang="en-US" sz="2600"/>
          </a:p>
        </p:txBody>
      </p:sp>
      <p:sp>
        <p:nvSpPr>
          <p:cNvPr id="8" name="Shape 4"/>
          <p:cNvSpPr/>
          <p:nvPr/>
        </p:nvSpPr>
        <p:spPr>
          <a:xfrm>
            <a:off x="640080" y="868680"/>
            <a:ext cx="7863840" cy="36576"/>
          </a:xfrm>
          <a:prstGeom prst="rect">
            <a:avLst/>
          </a:prstGeom>
          <a:solidFill>
            <a:srgbClr val="43C1D4"/>
          </a:solidFill>
          <a:ln/>
        </p:spPr>
        <p:txBody>
          <a:bodyPr/>
          <a:lstStyle/>
          <a:p>
            <a:endParaRPr lang="ja-JP" altLang="en-US"/>
          </a:p>
        </p:txBody>
      </p:sp>
      <p:sp>
        <p:nvSpPr>
          <p:cNvPr id="9" name="Text 5"/>
          <p:cNvSpPr/>
          <p:nvPr/>
        </p:nvSpPr>
        <p:spPr>
          <a:xfrm>
            <a:off x="7680960" y="4709160"/>
            <a:ext cx="1097280" cy="274320"/>
          </a:xfrm>
          <a:prstGeom prst="rect">
            <a:avLst/>
          </a:prstGeom>
          <a:noFill/>
          <a:ln/>
        </p:spPr>
        <p:txBody>
          <a:bodyPr wrap="square" rtlCol="0" anchor="ctr"/>
          <a:lstStyle/>
          <a:p>
            <a:pPr marL="0" indent="0" algn="r">
              <a:buNone/>
            </a:pPr>
            <a:r>
              <a:rPr lang="en-US" sz="900">
                <a:solidFill>
                  <a:srgbClr val="9CA3AF"/>
                </a:solidFill>
                <a:latin typeface="Meiryo, メイリオ, sans-serif" pitchFamily="34" charset="0"/>
                <a:ea typeface="Meiryo, メイリオ, sans-serif" pitchFamily="34" charset="-122"/>
                <a:cs typeface="Meiryo, メイリオ, sans-serif" pitchFamily="34" charset="-120"/>
              </a:rPr>
              <a:t>4 / 9</a:t>
            </a:r>
            <a:endParaRPr lang="en-US" sz="900"/>
          </a:p>
        </p:txBody>
      </p:sp>
      <p:sp>
        <p:nvSpPr>
          <p:cNvPr id="10" name="Shape 6"/>
          <p:cNvSpPr/>
          <p:nvPr/>
        </p:nvSpPr>
        <p:spPr>
          <a:xfrm>
            <a:off x="640080" y="4709160"/>
            <a:ext cx="7863840" cy="7315"/>
          </a:xfrm>
          <a:prstGeom prst="rect">
            <a:avLst/>
          </a:prstGeom>
          <a:solidFill>
            <a:srgbClr val="E5E7EB"/>
          </a:solidFill>
          <a:ln/>
        </p:spPr>
        <p:txBody>
          <a:bodyPr/>
          <a:lstStyle/>
          <a:p>
            <a:endParaRPr lang="ja-JP" altLang="en-US"/>
          </a:p>
        </p:txBody>
      </p:sp>
      <p:sp>
        <p:nvSpPr>
          <p:cNvPr id="13" name="Shape 7"/>
          <p:cNvSpPr/>
          <p:nvPr/>
        </p:nvSpPr>
        <p:spPr>
          <a:xfrm>
            <a:off x="2194560" y="1234440"/>
            <a:ext cx="7315" cy="2468880"/>
          </a:xfrm>
          <a:prstGeom prst="rect">
            <a:avLst/>
          </a:prstGeom>
          <a:solidFill>
            <a:srgbClr val="E5E7EB"/>
          </a:solidFill>
          <a:ln/>
        </p:spPr>
        <p:txBody>
          <a:bodyPr/>
          <a:lstStyle/>
          <a:p>
            <a:endParaRPr lang="ja-JP" altLang="en-US"/>
          </a:p>
        </p:txBody>
      </p:sp>
      <p:sp>
        <p:nvSpPr>
          <p:cNvPr id="14" name="Text 8"/>
          <p:cNvSpPr/>
          <p:nvPr/>
        </p:nvSpPr>
        <p:spPr>
          <a:xfrm>
            <a:off x="2468880" y="1051560"/>
            <a:ext cx="5760720" cy="2834640"/>
          </a:xfrm>
          <a:prstGeom prst="rect">
            <a:avLst/>
          </a:prstGeom>
          <a:noFill/>
          <a:ln/>
        </p:spPr>
        <p:txBody>
          <a:bodyPr wrap="square" lIns="91440" tIns="45720" rIns="91440" bIns="45720" rtlCol="0" anchor="ctr"/>
          <a:lstStyle/>
          <a:p>
            <a:pPr>
              <a:lnSpc>
                <a:spcPts val="2800"/>
              </a:lnSpc>
            </a:pPr>
            <a:r>
              <a:rPr lang="en-US" sz="2400" u="sng" dirty="0" err="1">
                <a:solidFill>
                  <a:srgbClr val="2D2D2D"/>
                </a:solidFill>
                <a:latin typeface="Meiryo, メイリオ, sans-serif"/>
                <a:ea typeface="Meiryo, メイリオ, sans-serif"/>
                <a:cs typeface="Meiryo, メイリオ, sans-serif" pitchFamily="34" charset="-120"/>
              </a:rPr>
              <a:t>交感神経</a:t>
            </a:r>
            <a:r>
              <a:rPr lang="ja-JP" altLang="en-US" sz="2400" u="sng" dirty="0">
                <a:solidFill>
                  <a:srgbClr val="2D2D2D"/>
                </a:solidFill>
                <a:latin typeface="Meiryo, メイリオ, sans-serif"/>
                <a:ea typeface="Meiryo, メイリオ, sans-serif"/>
                <a:cs typeface="Meiryo, メイリオ, sans-serif" pitchFamily="34" charset="-120"/>
              </a:rPr>
              <a:t>　</a:t>
            </a:r>
            <a:r>
              <a:rPr lang="ja-JP" altLang="en-US" sz="2400" dirty="0">
                <a:solidFill>
                  <a:srgbClr val="2D2D2D"/>
                </a:solidFill>
                <a:latin typeface="Meiryo, メイリオ, sans-serif"/>
                <a:ea typeface="Meiryo, メイリオ, sans-serif" pitchFamily="34" charset="-122"/>
                <a:cs typeface="Meiryo, メイリオ, sans-serif" pitchFamily="34" charset="-120"/>
              </a:rPr>
              <a:t>→</a:t>
            </a:r>
            <a:r>
              <a:rPr lang="en-US" sz="2400" dirty="0" err="1">
                <a:solidFill>
                  <a:srgbClr val="2D2D2D"/>
                </a:solidFill>
                <a:latin typeface="Meiryo, メイリオ, sans-serif"/>
                <a:ea typeface="Meiryo, メイリオ, sans-serif"/>
                <a:cs typeface="Meiryo, メイリオ, sans-serif" pitchFamily="34" charset="-120"/>
              </a:rPr>
              <a:t>朝に体を活発</a:t>
            </a:r>
            <a:endParaRPr lang="en-US" sz="2400" u="sng" dirty="0" err="1">
              <a:solidFill>
                <a:srgbClr val="2D2D2D"/>
              </a:solidFill>
              <a:latin typeface="Meiryo, メイリオ, sans-serif" pitchFamily="34" charset="0"/>
              <a:ea typeface="Meiryo, メイリオ, sans-serif"/>
              <a:cs typeface="Meiryo, メイリオ, sans-serif" pitchFamily="34" charset="-120"/>
            </a:endParaRPr>
          </a:p>
          <a:p>
            <a:pPr marL="0" indent="0">
              <a:lnSpc>
                <a:spcPts val="2800"/>
              </a:lnSpc>
              <a:buNone/>
            </a:pPr>
            <a:r>
              <a:rPr lang="en-US" sz="2400" u="sng" dirty="0" err="1">
                <a:solidFill>
                  <a:srgbClr val="2D2D2D"/>
                </a:solidFill>
                <a:latin typeface="Meiryo, メイリオ, sans-serif"/>
                <a:ea typeface="Meiryo, メイリオ, sans-serif"/>
                <a:cs typeface="Meiryo, メイリオ, sans-serif" pitchFamily="34" charset="-120"/>
              </a:rPr>
              <a:t>副交感神経</a:t>
            </a:r>
            <a:r>
              <a:rPr lang="ja-JP" altLang="en-US" sz="2400" dirty="0">
                <a:solidFill>
                  <a:srgbClr val="2D2D2D"/>
                </a:solidFill>
                <a:latin typeface="Meiryo, メイリオ, sans-serif"/>
                <a:ea typeface="Meiryo, メイリオ, sans-serif" pitchFamily="34" charset="-122"/>
                <a:cs typeface="Meiryo, メイリオ, sans-serif" pitchFamily="34" charset="-120"/>
              </a:rPr>
              <a:t>→</a:t>
            </a:r>
            <a:r>
              <a:rPr lang="en-US" sz="2400" dirty="0" err="1">
                <a:solidFill>
                  <a:srgbClr val="2D2D2D"/>
                </a:solidFill>
                <a:latin typeface="Meiryo, メイリオ, sans-serif"/>
                <a:ea typeface="Meiryo, メイリオ, sans-serif"/>
                <a:cs typeface="Meiryo, メイリオ, sans-serif" pitchFamily="34" charset="-120"/>
              </a:rPr>
              <a:t>夜に体をリラックス</a:t>
            </a:r>
            <a:endParaRPr lang="en-US" sz="2400" u="sng" dirty="0" err="1">
              <a:solidFill>
                <a:srgbClr val="2D2D2D"/>
              </a:solidFill>
              <a:latin typeface="Meiryo, メイリオ, sans-serif" pitchFamily="34" charset="0"/>
              <a:ea typeface="Meiryo, メイリオ, sans-serif"/>
              <a:cs typeface="Meiryo, メイリオ, sans-serif" pitchFamily="34" charset="-120"/>
            </a:endParaRPr>
          </a:p>
          <a:p>
            <a:pPr marL="0" indent="0">
              <a:lnSpc>
                <a:spcPts val="2800"/>
              </a:lnSpc>
              <a:buNone/>
            </a:pPr>
            <a:endParaRPr lang="en-US" sz="2400">
              <a:solidFill>
                <a:srgbClr val="2D2D2D"/>
              </a:solidFill>
              <a:latin typeface="Meiryo, メイリオ, sans-serif" pitchFamily="34" charset="0"/>
              <a:ea typeface="Meiryo, メイリオ, sans-serif" pitchFamily="34" charset="-122"/>
              <a:cs typeface="Meiryo, メイリオ, sans-serif" pitchFamily="34" charset="-120"/>
            </a:endParaRPr>
          </a:p>
          <a:p>
            <a:pPr marL="0" indent="0">
              <a:lnSpc>
                <a:spcPts val="2800"/>
              </a:lnSpc>
              <a:buNone/>
            </a:pPr>
            <a:r>
              <a:rPr lang="en-US" sz="2400" dirty="0" err="1">
                <a:solidFill>
                  <a:srgbClr val="2D2D2D"/>
                </a:solidFill>
                <a:latin typeface="Meiryo, メイリオ, sans-serif"/>
                <a:ea typeface="Meiryo, メイリオ, sans-serif" pitchFamily="34" charset="-122"/>
                <a:cs typeface="Meiryo, メイリオ, sans-serif" pitchFamily="34" charset="-120"/>
              </a:rPr>
              <a:t>質の良い睡眠のためには</a:t>
            </a:r>
            <a:r>
              <a:rPr lang="en-US" sz="2400" dirty="0">
                <a:solidFill>
                  <a:srgbClr val="2D2D2D"/>
                </a:solidFill>
                <a:latin typeface="Meiryo, メイリオ, sans-serif"/>
                <a:ea typeface="Meiryo, メイリオ, sans-serif" pitchFamily="34" charset="-122"/>
                <a:cs typeface="Meiryo, メイリオ, sans-serif" pitchFamily="34" charset="-120"/>
              </a:rPr>
              <a:t>、</a:t>
            </a:r>
          </a:p>
          <a:p>
            <a:pPr>
              <a:lnSpc>
                <a:spcPts val="2800"/>
              </a:lnSpc>
            </a:pPr>
            <a:r>
              <a:rPr lang="ja-JP" altLang="en-US" sz="2400" u="sng">
                <a:latin typeface="Meiryo, メイリオ, sans-serif"/>
                <a:ea typeface="Meiryo, メイリオ, sans-serif" pitchFamily="34" charset="-122"/>
                <a:cs typeface="Meiryo, メイリオ, sans-serif" pitchFamily="34" charset="-120"/>
              </a:rPr>
              <a:t>寝る前に副交感神経を高めること</a:t>
            </a:r>
            <a:r>
              <a:rPr lang="ja-JP" altLang="en-US" sz="2400">
                <a:solidFill>
                  <a:srgbClr val="2D2D2D"/>
                </a:solidFill>
                <a:latin typeface="Meiryo, メイリオ, sans-serif"/>
                <a:ea typeface="Meiryo, メイリオ, sans-serif" pitchFamily="34" charset="-122"/>
                <a:cs typeface="Meiryo, メイリオ, sans-serif" pitchFamily="34" charset="-120"/>
              </a:rPr>
              <a:t>が</a:t>
            </a:r>
            <a:endParaRPr lang="en-US" altLang="ja-JP" sz="2400">
              <a:solidFill>
                <a:srgbClr val="000000"/>
              </a:solidFill>
              <a:latin typeface="Meiryo, メイリオ, sans-serif"/>
              <a:ea typeface="Meiryo, メイリオ, sans-serif"/>
              <a:cs typeface="Meiryo, メイリオ, sans-serif" pitchFamily="34" charset="-120"/>
            </a:endParaRPr>
          </a:p>
          <a:p>
            <a:pPr marL="0" indent="0">
              <a:lnSpc>
                <a:spcPts val="2800"/>
              </a:lnSpc>
              <a:buNone/>
            </a:pPr>
            <a:r>
              <a:rPr lang="ja-JP" altLang="en-US" sz="2400">
                <a:solidFill>
                  <a:srgbClr val="2D2D2D"/>
                </a:solidFill>
                <a:latin typeface="Meiryo, メイリオ, sans-serif"/>
                <a:ea typeface="Meiryo, メイリオ, sans-serif" pitchFamily="34" charset="-122"/>
                <a:cs typeface="Meiryo, メイリオ, sans-serif" pitchFamily="34" charset="-120"/>
              </a:rPr>
              <a:t>重要です</a:t>
            </a:r>
            <a:r>
              <a:rPr lang="en-US" sz="2400">
                <a:solidFill>
                  <a:srgbClr val="2D2D2D"/>
                </a:solidFill>
                <a:latin typeface="Meiryo, メイリオ, sans-serif"/>
                <a:ea typeface="Meiryo, メイリオ, sans-serif" pitchFamily="34" charset="-122"/>
                <a:cs typeface="Meiryo, メイリオ, sans-serif" pitchFamily="34" charset="-120"/>
              </a:rPr>
              <a:t>。</a:t>
            </a:r>
            <a:endParaRPr lang="en-US" sz="2400">
              <a:latin typeface="Meiryo, メイリオ, sans-serif"/>
            </a:endParaRPr>
          </a:p>
        </p:txBody>
      </p:sp>
      <p:sp>
        <p:nvSpPr>
          <p:cNvPr id="15" name="Shape 9"/>
          <p:cNvSpPr/>
          <p:nvPr/>
        </p:nvSpPr>
        <p:spPr>
          <a:xfrm>
            <a:off x="640080" y="4069080"/>
            <a:ext cx="7863840" cy="502920"/>
          </a:xfrm>
          <a:prstGeom prst="rect">
            <a:avLst/>
          </a:prstGeom>
          <a:solidFill>
            <a:srgbClr val="E8F8FA"/>
          </a:solidFill>
          <a:ln/>
        </p:spPr>
        <p:txBody>
          <a:bodyPr/>
          <a:lstStyle/>
          <a:p>
            <a:endParaRPr lang="ja-JP" altLang="en-US"/>
          </a:p>
        </p:txBody>
      </p:sp>
      <p:sp>
        <p:nvSpPr>
          <p:cNvPr id="16" name="Shape 10"/>
          <p:cNvSpPr/>
          <p:nvPr/>
        </p:nvSpPr>
        <p:spPr>
          <a:xfrm>
            <a:off x="640080" y="4069080"/>
            <a:ext cx="54864" cy="502920"/>
          </a:xfrm>
          <a:prstGeom prst="rect">
            <a:avLst/>
          </a:prstGeom>
          <a:solidFill>
            <a:srgbClr val="43C1D4"/>
          </a:solidFill>
          <a:ln/>
        </p:spPr>
        <p:txBody>
          <a:bodyPr/>
          <a:lstStyle/>
          <a:p>
            <a:endParaRPr lang="ja-JP" altLang="en-US"/>
          </a:p>
        </p:txBody>
      </p:sp>
      <p:pic>
        <p:nvPicPr>
          <p:cNvPr id="17" name="Image 4" descr="preencoded.png"/>
          <p:cNvPicPr>
            <a:picLocks/>
          </p:cNvPicPr>
          <p:nvPr/>
        </p:nvPicPr>
        <p:blipFill>
          <a:blip r:embed="rId5"/>
          <a:stretch>
            <a:fillRect/>
          </a:stretch>
        </p:blipFill>
        <p:spPr>
          <a:xfrm>
            <a:off x="1885352" y="4183380"/>
            <a:ext cx="274320" cy="274320"/>
          </a:xfrm>
          <a:prstGeom prst="rect">
            <a:avLst/>
          </a:prstGeom>
        </p:spPr>
      </p:pic>
      <p:sp>
        <p:nvSpPr>
          <p:cNvPr id="18" name="Text 11"/>
          <p:cNvSpPr/>
          <p:nvPr/>
        </p:nvSpPr>
        <p:spPr>
          <a:xfrm>
            <a:off x="1188720" y="4069080"/>
            <a:ext cx="7223760" cy="502920"/>
          </a:xfrm>
          <a:prstGeom prst="rect">
            <a:avLst/>
          </a:prstGeom>
          <a:noFill/>
          <a:ln/>
        </p:spPr>
        <p:txBody>
          <a:bodyPr wrap="square" rtlCol="0" anchor="ctr"/>
          <a:lstStyle/>
          <a:p>
            <a:pPr marL="0" indent="0" algn="ctr">
              <a:buNone/>
            </a:pPr>
            <a:r>
              <a:rPr lang="en-US" sz="1600">
                <a:solidFill>
                  <a:srgbClr val="2D2D2D"/>
                </a:solidFill>
                <a:latin typeface="Meiryo, メイリオ, sans-serif" pitchFamily="34" charset="0"/>
                <a:ea typeface="Meiryo, メイリオ, sans-serif" pitchFamily="34" charset="-122"/>
                <a:cs typeface="Meiryo, メイリオ, sans-serif" pitchFamily="34" charset="-120"/>
              </a:rPr>
              <a:t>寝る前は副交感神経の働きを高めることがポイントです</a:t>
            </a:r>
            <a:endParaRPr lang="en-US" sz="1600"/>
          </a:p>
        </p:txBody>
      </p:sp>
      <p:pic>
        <p:nvPicPr>
          <p:cNvPr id="20" name="グラフィックス 19" descr="おひさま 枠線">
            <a:extLst>
              <a:ext uri="{FF2B5EF4-FFF2-40B4-BE49-F238E27FC236}">
                <a16:creationId xmlns:a16="http://schemas.microsoft.com/office/drawing/2014/main" id="{1C1D7E72-3A73-4A61-ABF1-A9A2C237F54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1520" y="1215800"/>
            <a:ext cx="914400" cy="914400"/>
          </a:xfrm>
          <a:prstGeom prst="rect">
            <a:avLst/>
          </a:prstGeom>
        </p:spPr>
      </p:pic>
      <p:pic>
        <p:nvPicPr>
          <p:cNvPr id="22" name="グラフィックス 21" descr="月 枠線">
            <a:extLst>
              <a:ext uri="{FF2B5EF4-FFF2-40B4-BE49-F238E27FC236}">
                <a16:creationId xmlns:a16="http://schemas.microsoft.com/office/drawing/2014/main" id="{AFF9A45E-CEC9-9B7E-948D-4CEFE78889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1520" y="2594610"/>
            <a:ext cx="914400" cy="91440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ja-JP" altLang="en-US"/>
          </a:p>
        </p:txBody>
      </p:sp>
      <p:sp>
        <p:nvSpPr>
          <p:cNvPr id="3" name="Shape 1"/>
          <p:cNvSpPr/>
          <p:nvPr/>
        </p:nvSpPr>
        <p:spPr>
          <a:xfrm>
            <a:off x="0" y="0"/>
            <a:ext cx="9144000" cy="228600"/>
          </a:xfrm>
          <a:prstGeom prst="rect">
            <a:avLst/>
          </a:prstGeom>
          <a:solidFill>
            <a:srgbClr val="43C1D4"/>
          </a:solidFill>
          <a:ln/>
        </p:spPr>
        <p:txBody>
          <a:bodyPr/>
          <a:lstStyle/>
          <a:p>
            <a:endParaRPr lang="ja-JP" altLang="en-US"/>
          </a:p>
        </p:txBody>
      </p:sp>
      <p:pic>
        <p:nvPicPr>
          <p:cNvPr id="4" name="Image 0" descr="preencoded.png"/>
          <p:cNvPicPr>
            <a:picLocks/>
          </p:cNvPicPr>
          <p:nvPr/>
        </p:nvPicPr>
        <p:blipFill>
          <a:blip r:embed="rId3"/>
          <a:stretch>
            <a:fillRect/>
          </a:stretch>
        </p:blipFill>
        <p:spPr>
          <a:xfrm>
            <a:off x="0" y="0"/>
            <a:ext cx="9144000" cy="228600"/>
          </a:xfrm>
          <a:prstGeom prst="rect">
            <a:avLst/>
          </a:prstGeom>
        </p:spPr>
      </p:pic>
      <p:sp>
        <p:nvSpPr>
          <p:cNvPr id="5" name="Shape 2"/>
          <p:cNvSpPr/>
          <p:nvPr/>
        </p:nvSpPr>
        <p:spPr>
          <a:xfrm>
            <a:off x="0" y="4914900"/>
            <a:ext cx="9144000" cy="228600"/>
          </a:xfrm>
          <a:prstGeom prst="rect">
            <a:avLst/>
          </a:prstGeom>
          <a:solidFill>
            <a:srgbClr val="43C1D4"/>
          </a:solidFill>
          <a:ln/>
        </p:spPr>
        <p:txBody>
          <a:bodyPr/>
          <a:lstStyle/>
          <a:p>
            <a:endParaRPr lang="ja-JP" altLang="en-US"/>
          </a:p>
        </p:txBody>
      </p:sp>
      <p:pic>
        <p:nvPicPr>
          <p:cNvPr id="6" name="Image 1" descr="preencoded.png"/>
          <p:cNvPicPr>
            <a:picLocks/>
          </p:cNvPicPr>
          <p:nvPr/>
        </p:nvPicPr>
        <p:blipFill>
          <a:blip r:embed="rId3"/>
          <a:stretch>
            <a:fillRect/>
          </a:stretch>
        </p:blipFill>
        <p:spPr>
          <a:xfrm>
            <a:off x="0" y="4914900"/>
            <a:ext cx="9144000" cy="228600"/>
          </a:xfrm>
          <a:prstGeom prst="rect">
            <a:avLst/>
          </a:prstGeom>
        </p:spPr>
      </p:pic>
      <p:sp>
        <p:nvSpPr>
          <p:cNvPr id="7" name="Text 3"/>
          <p:cNvSpPr/>
          <p:nvPr/>
        </p:nvSpPr>
        <p:spPr>
          <a:xfrm>
            <a:off x="640080" y="274320"/>
            <a:ext cx="6949440" cy="594360"/>
          </a:xfrm>
          <a:prstGeom prst="rect">
            <a:avLst/>
          </a:prstGeom>
          <a:noFill/>
          <a:ln/>
        </p:spPr>
        <p:txBody>
          <a:bodyPr wrap="square" rtlCol="0" anchor="b"/>
          <a:lstStyle/>
          <a:p>
            <a:pPr marL="0" indent="0">
              <a:buNone/>
            </a:pPr>
            <a:r>
              <a:rPr lang="en-US" sz="2600" b="1">
                <a:solidFill>
                  <a:srgbClr val="2D2D2D"/>
                </a:solidFill>
                <a:latin typeface="Meiryo, メイリオ, sans-serif" pitchFamily="34" charset="0"/>
                <a:ea typeface="Meiryo, メイリオ, sans-serif" pitchFamily="34" charset="-122"/>
                <a:cs typeface="Meiryo, メイリオ, sans-serif" pitchFamily="34" charset="-120"/>
              </a:rPr>
              <a:t>眠りを整えるちょっとした工夫</a:t>
            </a:r>
            <a:endParaRPr lang="en-US" sz="2600"/>
          </a:p>
        </p:txBody>
      </p:sp>
      <p:sp>
        <p:nvSpPr>
          <p:cNvPr id="8" name="Shape 4"/>
          <p:cNvSpPr/>
          <p:nvPr/>
        </p:nvSpPr>
        <p:spPr>
          <a:xfrm>
            <a:off x="640080" y="868680"/>
            <a:ext cx="7863840" cy="36576"/>
          </a:xfrm>
          <a:prstGeom prst="rect">
            <a:avLst/>
          </a:prstGeom>
          <a:solidFill>
            <a:srgbClr val="43C1D4"/>
          </a:solidFill>
          <a:ln/>
        </p:spPr>
        <p:txBody>
          <a:bodyPr/>
          <a:lstStyle/>
          <a:p>
            <a:endParaRPr lang="ja-JP" altLang="en-US"/>
          </a:p>
        </p:txBody>
      </p:sp>
      <p:sp>
        <p:nvSpPr>
          <p:cNvPr id="9" name="Text 5"/>
          <p:cNvSpPr/>
          <p:nvPr/>
        </p:nvSpPr>
        <p:spPr>
          <a:xfrm>
            <a:off x="7680960" y="4709160"/>
            <a:ext cx="1097280" cy="274320"/>
          </a:xfrm>
          <a:prstGeom prst="rect">
            <a:avLst/>
          </a:prstGeom>
          <a:noFill/>
          <a:ln/>
        </p:spPr>
        <p:txBody>
          <a:bodyPr wrap="square" rtlCol="0" anchor="ctr"/>
          <a:lstStyle/>
          <a:p>
            <a:pPr marL="0" indent="0" algn="r">
              <a:buNone/>
            </a:pPr>
            <a:r>
              <a:rPr lang="en-US" sz="900">
                <a:solidFill>
                  <a:srgbClr val="9CA3AF"/>
                </a:solidFill>
                <a:latin typeface="Meiryo, メイリオ, sans-serif" pitchFamily="34" charset="0"/>
                <a:ea typeface="Meiryo, メイリオ, sans-serif" pitchFamily="34" charset="-122"/>
                <a:cs typeface="Meiryo, メイリオ, sans-serif" pitchFamily="34" charset="-120"/>
              </a:rPr>
              <a:t>5 / 9</a:t>
            </a:r>
            <a:endParaRPr lang="en-US" sz="900"/>
          </a:p>
        </p:txBody>
      </p:sp>
      <p:sp>
        <p:nvSpPr>
          <p:cNvPr id="10" name="Shape 6"/>
          <p:cNvSpPr/>
          <p:nvPr/>
        </p:nvSpPr>
        <p:spPr>
          <a:xfrm>
            <a:off x="640080" y="4709160"/>
            <a:ext cx="7863840" cy="7315"/>
          </a:xfrm>
          <a:prstGeom prst="rect">
            <a:avLst/>
          </a:prstGeom>
          <a:solidFill>
            <a:srgbClr val="E5E7EB"/>
          </a:solidFill>
          <a:ln/>
        </p:spPr>
        <p:txBody>
          <a:bodyPr/>
          <a:lstStyle/>
          <a:p>
            <a:endParaRPr lang="ja-JP" altLang="en-US"/>
          </a:p>
        </p:txBody>
      </p:sp>
      <p:sp>
        <p:nvSpPr>
          <p:cNvPr id="13" name="Shape 7"/>
          <p:cNvSpPr/>
          <p:nvPr/>
        </p:nvSpPr>
        <p:spPr>
          <a:xfrm>
            <a:off x="2194560" y="1764792"/>
            <a:ext cx="292608" cy="292608"/>
          </a:xfrm>
          <a:prstGeom prst="roundRect">
            <a:avLst>
              <a:gd name="adj" fmla="val 18750"/>
            </a:avLst>
          </a:prstGeom>
          <a:solidFill>
            <a:srgbClr val="43C1D4"/>
          </a:solidFill>
          <a:ln/>
        </p:spPr>
        <p:txBody>
          <a:bodyPr/>
          <a:lstStyle/>
          <a:p>
            <a:endParaRPr lang="ja-JP" altLang="en-US"/>
          </a:p>
        </p:txBody>
      </p:sp>
      <p:sp>
        <p:nvSpPr>
          <p:cNvPr id="14" name="Text 8"/>
          <p:cNvSpPr/>
          <p:nvPr/>
        </p:nvSpPr>
        <p:spPr>
          <a:xfrm>
            <a:off x="2194560" y="1764792"/>
            <a:ext cx="292608" cy="292608"/>
          </a:xfrm>
          <a:prstGeom prst="rect">
            <a:avLst/>
          </a:prstGeom>
          <a:noFill/>
          <a:ln/>
        </p:spPr>
        <p:txBody>
          <a:bodyPr wrap="square" rtlCol="0" anchor="ctr"/>
          <a:lstStyle/>
          <a:p>
            <a:pPr marL="0" indent="0" algn="ctr">
              <a:buNone/>
            </a:pPr>
            <a:r>
              <a:rPr lang="en-US" sz="1100" b="1">
                <a:solidFill>
                  <a:srgbClr val="FFFFFF"/>
                </a:solidFill>
                <a:latin typeface="Meiryo, メイリオ, sans-serif" pitchFamily="34" charset="0"/>
                <a:ea typeface="Meiryo, メイリオ, sans-serif" pitchFamily="34" charset="-122"/>
                <a:cs typeface="Meiryo, メイリオ, sans-serif" pitchFamily="34" charset="-120"/>
              </a:rPr>
              <a:t>1</a:t>
            </a:r>
            <a:endParaRPr lang="en-US" sz="1100"/>
          </a:p>
        </p:txBody>
      </p:sp>
      <p:sp>
        <p:nvSpPr>
          <p:cNvPr id="15" name="Text 9"/>
          <p:cNvSpPr/>
          <p:nvPr/>
        </p:nvSpPr>
        <p:spPr>
          <a:xfrm>
            <a:off x="2651760" y="1691640"/>
            <a:ext cx="5577840" cy="320040"/>
          </a:xfrm>
          <a:prstGeom prst="rect">
            <a:avLst/>
          </a:prstGeom>
          <a:noFill/>
          <a:ln/>
        </p:spPr>
        <p:txBody>
          <a:bodyPr wrap="square" rtlCol="0" anchor="ctr"/>
          <a:lstStyle/>
          <a:p>
            <a:pPr marL="0" indent="0">
              <a:buNone/>
            </a:pPr>
            <a:r>
              <a:rPr lang="en-US" sz="2400" b="1">
                <a:solidFill>
                  <a:srgbClr val="E65100"/>
                </a:solidFill>
                <a:latin typeface="Meiryo, メイリオ, sans-serif" pitchFamily="34" charset="0"/>
                <a:ea typeface="Meiryo, メイリオ, sans-serif" pitchFamily="34" charset="-122"/>
                <a:cs typeface="Meiryo, メイリオ, sans-serif" pitchFamily="34" charset="-120"/>
              </a:rPr>
              <a:t>起床時間を一定に</a:t>
            </a:r>
            <a:endParaRPr lang="en-US" sz="2400">
              <a:solidFill>
                <a:srgbClr val="E65100"/>
              </a:solidFill>
            </a:endParaRPr>
          </a:p>
        </p:txBody>
      </p:sp>
      <p:sp>
        <p:nvSpPr>
          <p:cNvPr id="16" name="Text 10"/>
          <p:cNvSpPr/>
          <p:nvPr/>
        </p:nvSpPr>
        <p:spPr>
          <a:xfrm>
            <a:off x="2651760" y="2040167"/>
            <a:ext cx="5577840" cy="320040"/>
          </a:xfrm>
          <a:prstGeom prst="rect">
            <a:avLst/>
          </a:prstGeom>
          <a:noFill/>
          <a:ln/>
        </p:spPr>
        <p:txBody>
          <a:bodyPr wrap="square" lIns="91440" tIns="45720" rIns="91440" bIns="45720" rtlCol="0" anchor="ctr"/>
          <a:lstStyle/>
          <a:p>
            <a:pPr marL="0" indent="0">
              <a:buNone/>
            </a:pPr>
            <a:r>
              <a:rPr lang="ja-JP" altLang="en-US" sz="1400" dirty="0">
                <a:solidFill>
                  <a:srgbClr val="6B7280"/>
                </a:solidFill>
                <a:latin typeface="Meiryo, メイリオ, sans-serif"/>
                <a:ea typeface="Meiryo, メイリオ, sans-serif"/>
                <a:cs typeface="Meiryo, メイリオ, sans-serif" pitchFamily="34" charset="-120"/>
              </a:rPr>
              <a:t>体内時計を整え</a:t>
            </a:r>
            <a:r>
              <a:rPr lang="en-US" sz="1400" dirty="0">
                <a:solidFill>
                  <a:srgbClr val="6B7280"/>
                </a:solidFill>
                <a:latin typeface="Meiryo, メイリオ, sans-serif"/>
                <a:ea typeface="Meiryo, メイリオ, sans-serif"/>
                <a:cs typeface="Meiryo, メイリオ, sans-serif" pitchFamily="34" charset="-120"/>
              </a:rPr>
              <a:t>、</a:t>
            </a:r>
            <a:r>
              <a:rPr lang="en-US" sz="1400" dirty="0" err="1">
                <a:solidFill>
                  <a:srgbClr val="6B7280"/>
                </a:solidFill>
                <a:latin typeface="Meiryo, メイリオ, sans-serif"/>
                <a:ea typeface="Meiryo, メイリオ, sans-serif"/>
                <a:cs typeface="Meiryo, メイリオ, sans-serif" pitchFamily="34" charset="-120"/>
              </a:rPr>
              <a:t>自然な眠気を促すリズムを作ることができます</a:t>
            </a:r>
            <a:endParaRPr lang="en-US" sz="1400" dirty="0" err="1">
              <a:latin typeface="Meiryo, メイリオ, sans-serif"/>
              <a:ea typeface="Meiryo, メイリオ, sans-serif"/>
            </a:endParaRPr>
          </a:p>
        </p:txBody>
      </p:sp>
      <p:sp>
        <p:nvSpPr>
          <p:cNvPr id="17" name="Shape 11"/>
          <p:cNvSpPr/>
          <p:nvPr/>
        </p:nvSpPr>
        <p:spPr>
          <a:xfrm>
            <a:off x="2651760" y="2414016"/>
            <a:ext cx="5577840" cy="4572"/>
          </a:xfrm>
          <a:prstGeom prst="rect">
            <a:avLst/>
          </a:prstGeom>
          <a:solidFill>
            <a:srgbClr val="E5E7EB"/>
          </a:solidFill>
          <a:ln/>
        </p:spPr>
        <p:txBody>
          <a:bodyPr/>
          <a:lstStyle/>
          <a:p>
            <a:endParaRPr lang="ja-JP" altLang="en-US"/>
          </a:p>
        </p:txBody>
      </p:sp>
      <p:sp>
        <p:nvSpPr>
          <p:cNvPr id="18" name="Shape 12"/>
          <p:cNvSpPr/>
          <p:nvPr/>
        </p:nvSpPr>
        <p:spPr>
          <a:xfrm>
            <a:off x="2194560" y="2542032"/>
            <a:ext cx="292608" cy="292608"/>
          </a:xfrm>
          <a:prstGeom prst="roundRect">
            <a:avLst>
              <a:gd name="adj" fmla="val 18750"/>
            </a:avLst>
          </a:prstGeom>
          <a:solidFill>
            <a:srgbClr val="43C1D4"/>
          </a:solidFill>
          <a:ln/>
        </p:spPr>
        <p:txBody>
          <a:bodyPr/>
          <a:lstStyle/>
          <a:p>
            <a:endParaRPr lang="ja-JP" altLang="en-US"/>
          </a:p>
        </p:txBody>
      </p:sp>
      <p:sp>
        <p:nvSpPr>
          <p:cNvPr id="19" name="Text 13"/>
          <p:cNvSpPr/>
          <p:nvPr/>
        </p:nvSpPr>
        <p:spPr>
          <a:xfrm>
            <a:off x="2194560" y="2542032"/>
            <a:ext cx="292608" cy="292608"/>
          </a:xfrm>
          <a:prstGeom prst="rect">
            <a:avLst/>
          </a:prstGeom>
          <a:noFill/>
          <a:ln/>
        </p:spPr>
        <p:txBody>
          <a:bodyPr wrap="square" rtlCol="0" anchor="ctr"/>
          <a:lstStyle/>
          <a:p>
            <a:pPr marL="0" indent="0" algn="ctr">
              <a:buNone/>
            </a:pPr>
            <a:r>
              <a:rPr lang="en-US" sz="1100" b="1">
                <a:solidFill>
                  <a:srgbClr val="FFFFFF"/>
                </a:solidFill>
                <a:latin typeface="Meiryo, メイリオ, sans-serif" pitchFamily="34" charset="0"/>
                <a:ea typeface="Meiryo, メイリオ, sans-serif" pitchFamily="34" charset="-122"/>
                <a:cs typeface="Meiryo, メイリオ, sans-serif" pitchFamily="34" charset="-120"/>
              </a:rPr>
              <a:t>2</a:t>
            </a:r>
            <a:endParaRPr lang="en-US" sz="1100"/>
          </a:p>
        </p:txBody>
      </p:sp>
      <p:sp>
        <p:nvSpPr>
          <p:cNvPr id="20" name="Text 14"/>
          <p:cNvSpPr/>
          <p:nvPr/>
        </p:nvSpPr>
        <p:spPr>
          <a:xfrm>
            <a:off x="2651760" y="2518996"/>
            <a:ext cx="5577840" cy="320040"/>
          </a:xfrm>
          <a:prstGeom prst="rect">
            <a:avLst/>
          </a:prstGeom>
          <a:noFill/>
          <a:ln/>
        </p:spPr>
        <p:txBody>
          <a:bodyPr wrap="square" rtlCol="0" anchor="ctr"/>
          <a:lstStyle/>
          <a:p>
            <a:pPr marL="0" indent="0">
              <a:buNone/>
            </a:pPr>
            <a:r>
              <a:rPr lang="en-US" sz="2400" b="1">
                <a:latin typeface="Meiryo, メイリオ, sans-serif" pitchFamily="34" charset="0"/>
                <a:ea typeface="Meiryo, メイリオ, sans-serif" pitchFamily="34" charset="-122"/>
                <a:cs typeface="Meiryo, メイリオ, sans-serif" pitchFamily="34" charset="-120"/>
              </a:rPr>
              <a:t>カフェイン・スマホの使い方見直し</a:t>
            </a:r>
            <a:endParaRPr lang="en-US" sz="2400"/>
          </a:p>
        </p:txBody>
      </p:sp>
      <p:sp>
        <p:nvSpPr>
          <p:cNvPr id="21" name="Text 15"/>
          <p:cNvSpPr/>
          <p:nvPr/>
        </p:nvSpPr>
        <p:spPr>
          <a:xfrm>
            <a:off x="2651760" y="2971800"/>
            <a:ext cx="5577840" cy="320040"/>
          </a:xfrm>
          <a:prstGeom prst="rect">
            <a:avLst/>
          </a:prstGeom>
          <a:noFill/>
          <a:ln/>
        </p:spPr>
        <p:txBody>
          <a:bodyPr wrap="square" lIns="91440" tIns="45720" rIns="91440" bIns="45720" rtlCol="0" anchor="ctr"/>
          <a:lstStyle/>
          <a:p>
            <a:pPr marL="0" indent="0">
              <a:buNone/>
            </a:pPr>
            <a:r>
              <a:rPr lang="ja-JP" altLang="en-US" sz="1400">
                <a:latin typeface="Meiryo, メイリオ, sans-serif"/>
                <a:ea typeface="游ゴシック"/>
              </a:rPr>
              <a:t>夕方以降のカフェイン・就寝前のスマホは睡眠の質を低下させます</a:t>
            </a:r>
          </a:p>
        </p:txBody>
      </p:sp>
      <p:sp>
        <p:nvSpPr>
          <p:cNvPr id="22" name="Shape 16"/>
          <p:cNvSpPr/>
          <p:nvPr/>
        </p:nvSpPr>
        <p:spPr>
          <a:xfrm>
            <a:off x="640080" y="4069080"/>
            <a:ext cx="7863840" cy="502920"/>
          </a:xfrm>
          <a:prstGeom prst="rect">
            <a:avLst/>
          </a:prstGeom>
          <a:solidFill>
            <a:srgbClr val="E8F8FA"/>
          </a:solidFill>
          <a:ln/>
        </p:spPr>
        <p:txBody>
          <a:bodyPr/>
          <a:lstStyle/>
          <a:p>
            <a:endParaRPr lang="ja-JP" altLang="en-US"/>
          </a:p>
        </p:txBody>
      </p:sp>
      <p:sp>
        <p:nvSpPr>
          <p:cNvPr id="23" name="Shape 17"/>
          <p:cNvSpPr/>
          <p:nvPr/>
        </p:nvSpPr>
        <p:spPr>
          <a:xfrm>
            <a:off x="640080" y="4069080"/>
            <a:ext cx="54864" cy="502920"/>
          </a:xfrm>
          <a:prstGeom prst="rect">
            <a:avLst/>
          </a:prstGeom>
          <a:solidFill>
            <a:srgbClr val="43C1D4"/>
          </a:solidFill>
          <a:ln/>
        </p:spPr>
        <p:txBody>
          <a:bodyPr/>
          <a:lstStyle/>
          <a:p>
            <a:endParaRPr lang="ja-JP" altLang="en-US"/>
          </a:p>
        </p:txBody>
      </p:sp>
      <p:pic>
        <p:nvPicPr>
          <p:cNvPr id="24" name="Image 4" descr="preencoded.png"/>
          <p:cNvPicPr>
            <a:picLocks/>
          </p:cNvPicPr>
          <p:nvPr/>
        </p:nvPicPr>
        <p:blipFill>
          <a:blip r:embed="rId4"/>
          <a:stretch>
            <a:fillRect/>
          </a:stretch>
        </p:blipFill>
        <p:spPr>
          <a:xfrm>
            <a:off x="1990579" y="4183380"/>
            <a:ext cx="274320" cy="274320"/>
          </a:xfrm>
          <a:prstGeom prst="rect">
            <a:avLst/>
          </a:prstGeom>
        </p:spPr>
      </p:pic>
      <p:sp>
        <p:nvSpPr>
          <p:cNvPr id="25" name="Text 18"/>
          <p:cNvSpPr/>
          <p:nvPr/>
        </p:nvSpPr>
        <p:spPr>
          <a:xfrm>
            <a:off x="1188720" y="4069080"/>
            <a:ext cx="7223760" cy="502920"/>
          </a:xfrm>
          <a:prstGeom prst="rect">
            <a:avLst/>
          </a:prstGeom>
          <a:noFill/>
          <a:ln/>
        </p:spPr>
        <p:txBody>
          <a:bodyPr wrap="square" rtlCol="0" anchor="ctr"/>
          <a:lstStyle/>
          <a:p>
            <a:pPr marL="0" indent="0" algn="ctr">
              <a:buNone/>
            </a:pPr>
            <a:r>
              <a:rPr lang="en-US" sz="1600">
                <a:solidFill>
                  <a:srgbClr val="2D2D2D"/>
                </a:solidFill>
                <a:latin typeface="Meiryo, メイリオ, sans-serif" pitchFamily="34" charset="0"/>
                <a:ea typeface="Meiryo, メイリオ, sans-serif" pitchFamily="34" charset="-122"/>
                <a:cs typeface="Meiryo, メイリオ, sans-serif" pitchFamily="34" charset="-120"/>
              </a:rPr>
              <a:t>日常の小さな習慣を変えることから始めてみましょう</a:t>
            </a:r>
            <a:endParaRPr lang="en-US" sz="1600"/>
          </a:p>
        </p:txBody>
      </p:sp>
      <p:pic>
        <p:nvPicPr>
          <p:cNvPr id="27" name="グラフィックス 26" descr="目覚まし時計 単色塗りつぶし">
            <a:extLst>
              <a:ext uri="{FF2B5EF4-FFF2-40B4-BE49-F238E27FC236}">
                <a16:creationId xmlns:a16="http://schemas.microsoft.com/office/drawing/2014/main" id="{7E2AE025-FB51-E230-74CE-E9B34B1226E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0664" y="1430243"/>
            <a:ext cx="914400" cy="914400"/>
          </a:xfrm>
          <a:prstGeom prst="rect">
            <a:avLst/>
          </a:prstGeom>
        </p:spPr>
      </p:pic>
      <p:pic>
        <p:nvPicPr>
          <p:cNvPr id="29" name="グラフィックス 28" descr="コーヒー 単色塗りつぶし">
            <a:extLst>
              <a:ext uri="{FF2B5EF4-FFF2-40B4-BE49-F238E27FC236}">
                <a16:creationId xmlns:a16="http://schemas.microsoft.com/office/drawing/2014/main" id="{547D69FE-9263-A205-4337-7C1A7B8C32E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0664" y="2412430"/>
            <a:ext cx="914400" cy="914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ja-JP" altLang="en-US"/>
          </a:p>
        </p:txBody>
      </p:sp>
      <p:sp>
        <p:nvSpPr>
          <p:cNvPr id="3" name="Shape 1"/>
          <p:cNvSpPr/>
          <p:nvPr/>
        </p:nvSpPr>
        <p:spPr>
          <a:xfrm>
            <a:off x="0" y="0"/>
            <a:ext cx="9144000" cy="228600"/>
          </a:xfrm>
          <a:prstGeom prst="rect">
            <a:avLst/>
          </a:prstGeom>
          <a:solidFill>
            <a:srgbClr val="43C1D4"/>
          </a:solidFill>
          <a:ln/>
        </p:spPr>
        <p:txBody>
          <a:bodyPr/>
          <a:lstStyle/>
          <a:p>
            <a:endParaRPr lang="ja-JP" altLang="en-US"/>
          </a:p>
        </p:txBody>
      </p:sp>
      <p:pic>
        <p:nvPicPr>
          <p:cNvPr id="4" name="Image 0" descr="preencoded.png"/>
          <p:cNvPicPr>
            <a:picLocks/>
          </p:cNvPicPr>
          <p:nvPr/>
        </p:nvPicPr>
        <p:blipFill>
          <a:blip r:embed="rId3"/>
          <a:stretch>
            <a:fillRect/>
          </a:stretch>
        </p:blipFill>
        <p:spPr>
          <a:xfrm>
            <a:off x="0" y="0"/>
            <a:ext cx="9144000" cy="228600"/>
          </a:xfrm>
          <a:prstGeom prst="rect">
            <a:avLst/>
          </a:prstGeom>
        </p:spPr>
      </p:pic>
      <p:sp>
        <p:nvSpPr>
          <p:cNvPr id="5" name="Shape 2"/>
          <p:cNvSpPr/>
          <p:nvPr/>
        </p:nvSpPr>
        <p:spPr>
          <a:xfrm>
            <a:off x="0" y="4914900"/>
            <a:ext cx="9144000" cy="228600"/>
          </a:xfrm>
          <a:prstGeom prst="rect">
            <a:avLst/>
          </a:prstGeom>
          <a:solidFill>
            <a:srgbClr val="43C1D4"/>
          </a:solidFill>
          <a:ln/>
        </p:spPr>
        <p:txBody>
          <a:bodyPr/>
          <a:lstStyle/>
          <a:p>
            <a:endParaRPr lang="ja-JP" altLang="en-US"/>
          </a:p>
        </p:txBody>
      </p:sp>
      <p:pic>
        <p:nvPicPr>
          <p:cNvPr id="6" name="Image 1" descr="preencoded.png"/>
          <p:cNvPicPr>
            <a:picLocks/>
          </p:cNvPicPr>
          <p:nvPr/>
        </p:nvPicPr>
        <p:blipFill>
          <a:blip r:embed="rId3"/>
          <a:stretch>
            <a:fillRect/>
          </a:stretch>
        </p:blipFill>
        <p:spPr>
          <a:xfrm>
            <a:off x="0" y="4914900"/>
            <a:ext cx="9144000" cy="228600"/>
          </a:xfrm>
          <a:prstGeom prst="rect">
            <a:avLst/>
          </a:prstGeom>
        </p:spPr>
      </p:pic>
      <p:sp>
        <p:nvSpPr>
          <p:cNvPr id="7" name="Text 3"/>
          <p:cNvSpPr/>
          <p:nvPr/>
        </p:nvSpPr>
        <p:spPr>
          <a:xfrm>
            <a:off x="640080" y="274320"/>
            <a:ext cx="6949440" cy="594360"/>
          </a:xfrm>
          <a:prstGeom prst="rect">
            <a:avLst/>
          </a:prstGeom>
          <a:noFill/>
          <a:ln/>
        </p:spPr>
        <p:txBody>
          <a:bodyPr wrap="square" rtlCol="0" anchor="b"/>
          <a:lstStyle/>
          <a:p>
            <a:pPr marL="0" indent="0">
              <a:buNone/>
            </a:pPr>
            <a:r>
              <a:rPr lang="en-US" sz="2600" b="1">
                <a:solidFill>
                  <a:srgbClr val="2D2D2D"/>
                </a:solidFill>
                <a:latin typeface="Meiryo, メイリオ, sans-serif" pitchFamily="34" charset="0"/>
                <a:ea typeface="Meiryo, メイリオ, sans-serif" pitchFamily="34" charset="-122"/>
                <a:cs typeface="Meiryo, メイリオ, sans-serif" pitchFamily="34" charset="-120"/>
              </a:rPr>
              <a:t>軽い運動が、深い眠りを呼び込む</a:t>
            </a:r>
            <a:endParaRPr lang="en-US" sz="2600"/>
          </a:p>
        </p:txBody>
      </p:sp>
      <p:sp>
        <p:nvSpPr>
          <p:cNvPr id="8" name="Shape 4"/>
          <p:cNvSpPr/>
          <p:nvPr/>
        </p:nvSpPr>
        <p:spPr>
          <a:xfrm>
            <a:off x="640080" y="868680"/>
            <a:ext cx="7863840" cy="36576"/>
          </a:xfrm>
          <a:prstGeom prst="rect">
            <a:avLst/>
          </a:prstGeom>
          <a:solidFill>
            <a:srgbClr val="43C1D4"/>
          </a:solidFill>
          <a:ln/>
        </p:spPr>
        <p:txBody>
          <a:bodyPr/>
          <a:lstStyle/>
          <a:p>
            <a:endParaRPr lang="ja-JP" altLang="en-US"/>
          </a:p>
        </p:txBody>
      </p:sp>
      <p:sp>
        <p:nvSpPr>
          <p:cNvPr id="9" name="Text 5"/>
          <p:cNvSpPr/>
          <p:nvPr/>
        </p:nvSpPr>
        <p:spPr>
          <a:xfrm>
            <a:off x="7680960" y="4709160"/>
            <a:ext cx="1097280" cy="274320"/>
          </a:xfrm>
          <a:prstGeom prst="rect">
            <a:avLst/>
          </a:prstGeom>
          <a:noFill/>
          <a:ln/>
        </p:spPr>
        <p:txBody>
          <a:bodyPr wrap="square" rtlCol="0" anchor="ctr"/>
          <a:lstStyle/>
          <a:p>
            <a:pPr marL="0" indent="0" algn="r">
              <a:buNone/>
            </a:pPr>
            <a:r>
              <a:rPr lang="en-US" sz="900">
                <a:solidFill>
                  <a:srgbClr val="9CA3AF"/>
                </a:solidFill>
                <a:latin typeface="Meiryo, メイリオ, sans-serif" pitchFamily="34" charset="0"/>
                <a:ea typeface="Meiryo, メイリオ, sans-serif" pitchFamily="34" charset="-122"/>
                <a:cs typeface="Meiryo, メイリオ, sans-serif" pitchFamily="34" charset="-120"/>
              </a:rPr>
              <a:t>6 / 9</a:t>
            </a:r>
            <a:endParaRPr lang="en-US" sz="900"/>
          </a:p>
        </p:txBody>
      </p:sp>
      <p:sp>
        <p:nvSpPr>
          <p:cNvPr id="10" name="Shape 6"/>
          <p:cNvSpPr/>
          <p:nvPr/>
        </p:nvSpPr>
        <p:spPr>
          <a:xfrm>
            <a:off x="640080" y="4709160"/>
            <a:ext cx="7863840" cy="7315"/>
          </a:xfrm>
          <a:prstGeom prst="rect">
            <a:avLst/>
          </a:prstGeom>
          <a:solidFill>
            <a:srgbClr val="E5E7EB"/>
          </a:solidFill>
          <a:ln/>
        </p:spPr>
        <p:txBody>
          <a:bodyPr/>
          <a:lstStyle/>
          <a:p>
            <a:endParaRPr lang="ja-JP" altLang="en-US"/>
          </a:p>
        </p:txBody>
      </p:sp>
      <p:sp>
        <p:nvSpPr>
          <p:cNvPr id="13" name="Shape 7"/>
          <p:cNvSpPr/>
          <p:nvPr/>
        </p:nvSpPr>
        <p:spPr>
          <a:xfrm>
            <a:off x="2194560" y="1234440"/>
            <a:ext cx="7315" cy="2468880"/>
          </a:xfrm>
          <a:prstGeom prst="rect">
            <a:avLst/>
          </a:prstGeom>
          <a:solidFill>
            <a:srgbClr val="E5E7EB"/>
          </a:solidFill>
          <a:ln/>
        </p:spPr>
        <p:txBody>
          <a:bodyPr/>
          <a:lstStyle/>
          <a:p>
            <a:endParaRPr lang="ja-JP" altLang="en-US"/>
          </a:p>
        </p:txBody>
      </p:sp>
      <p:sp>
        <p:nvSpPr>
          <p:cNvPr id="14" name="Text 8"/>
          <p:cNvSpPr/>
          <p:nvPr/>
        </p:nvSpPr>
        <p:spPr>
          <a:xfrm>
            <a:off x="2468880" y="1051560"/>
            <a:ext cx="6035040" cy="2834640"/>
          </a:xfrm>
          <a:prstGeom prst="rect">
            <a:avLst/>
          </a:prstGeom>
          <a:noFill/>
          <a:ln/>
        </p:spPr>
        <p:txBody>
          <a:bodyPr wrap="square" rtlCol="0" anchor="ctr"/>
          <a:lstStyle/>
          <a:p>
            <a:pPr>
              <a:lnSpc>
                <a:spcPts val="2800"/>
              </a:lnSpc>
            </a:pPr>
            <a:r>
              <a:rPr lang="en-US" altLang="ja-JP" sz="2400" err="1">
                <a:solidFill>
                  <a:srgbClr val="E65100"/>
                </a:solidFill>
                <a:latin typeface="Meiryo, メイリオ, sans-serif" pitchFamily="34" charset="0"/>
                <a:ea typeface="Meiryo, メイリオ, sans-serif" pitchFamily="34" charset="-122"/>
                <a:cs typeface="Meiryo, メイリオ, sans-serif" pitchFamily="34" charset="-120"/>
              </a:rPr>
              <a:t>日中にウォーキングやストレッチ</a:t>
            </a:r>
            <a:r>
              <a:rPr lang="en-US" altLang="ja-JP" sz="2400" err="1">
                <a:solidFill>
                  <a:srgbClr val="2D2D2D"/>
                </a:solidFill>
                <a:latin typeface="Meiryo, メイリオ, sans-serif" pitchFamily="34" charset="0"/>
                <a:ea typeface="Meiryo, メイリオ, sans-serif" pitchFamily="34" charset="-122"/>
                <a:cs typeface="Meiryo, メイリオ, sans-serif" pitchFamily="34" charset="-120"/>
              </a:rPr>
              <a:t>など</a:t>
            </a:r>
            <a:r>
              <a:rPr lang="en-US" sz="2400" err="1">
                <a:solidFill>
                  <a:srgbClr val="2D2D2D"/>
                </a:solidFill>
                <a:latin typeface="Meiryo, メイリオ, sans-serif" pitchFamily="34" charset="0"/>
                <a:ea typeface="Meiryo, メイリオ, sans-serif" pitchFamily="34" charset="-122"/>
                <a:cs typeface="Meiryo, メイリオ, sans-serif" pitchFamily="34" charset="-120"/>
              </a:rPr>
              <a:t>を</a:t>
            </a:r>
            <a:endParaRPr lang="en-US" sz="2400">
              <a:solidFill>
                <a:srgbClr val="2D2D2D"/>
              </a:solidFill>
              <a:latin typeface="Meiryo, メイリオ, sans-serif" pitchFamily="34" charset="0"/>
              <a:ea typeface="Meiryo, メイリオ, sans-serif" pitchFamily="34" charset="-122"/>
              <a:cs typeface="Meiryo, メイリオ, sans-serif" pitchFamily="34" charset="-120"/>
            </a:endParaRPr>
          </a:p>
          <a:p>
            <a:pPr>
              <a:lnSpc>
                <a:spcPts val="2800"/>
              </a:lnSpc>
            </a:pPr>
            <a:r>
              <a:rPr lang="en-US" sz="2400" err="1">
                <a:solidFill>
                  <a:srgbClr val="2D2D2D"/>
                </a:solidFill>
                <a:latin typeface="Meiryo, メイリオ, sans-serif" pitchFamily="34" charset="0"/>
                <a:ea typeface="Meiryo, メイリオ, sans-serif" pitchFamily="34" charset="-122"/>
                <a:cs typeface="Meiryo, メイリオ, sans-serif" pitchFamily="34" charset="-120"/>
              </a:rPr>
              <a:t>行うことで</a:t>
            </a:r>
            <a:r>
              <a:rPr lang="en-US" sz="2400">
                <a:solidFill>
                  <a:srgbClr val="2D2D2D"/>
                </a:solidFill>
                <a:latin typeface="Meiryo, メイリオ, sans-serif" pitchFamily="34" charset="0"/>
                <a:ea typeface="Meiryo, メイリオ, sans-serif" pitchFamily="34" charset="-122"/>
                <a:cs typeface="Meiryo, メイリオ, sans-serif" pitchFamily="34" charset="-120"/>
              </a:rPr>
              <a:t>、</a:t>
            </a:r>
          </a:p>
          <a:p>
            <a:pPr>
              <a:lnSpc>
                <a:spcPts val="2800"/>
              </a:lnSpc>
            </a:pPr>
            <a:r>
              <a:rPr lang="en-US" sz="2400" err="1">
                <a:solidFill>
                  <a:srgbClr val="2D2D2D"/>
                </a:solidFill>
                <a:latin typeface="Meiryo, メイリオ, sans-serif" pitchFamily="34" charset="0"/>
                <a:ea typeface="Meiryo, メイリオ, sans-serif" pitchFamily="34" charset="-122"/>
                <a:cs typeface="Meiryo, メイリオ, sans-serif" pitchFamily="34" charset="-120"/>
              </a:rPr>
              <a:t>夜により深い眠りを得ることができます</a:t>
            </a:r>
            <a:r>
              <a:rPr lang="en-US" sz="2400">
                <a:solidFill>
                  <a:srgbClr val="2D2D2D"/>
                </a:solidFill>
                <a:latin typeface="Meiryo, メイリオ, sans-serif" pitchFamily="34" charset="0"/>
                <a:ea typeface="Meiryo, メイリオ, sans-serif" pitchFamily="34" charset="-122"/>
                <a:cs typeface="Meiryo, メイリオ, sans-serif" pitchFamily="34" charset="-120"/>
              </a:rPr>
              <a:t>。</a:t>
            </a:r>
            <a:endParaRPr lang="en-US" sz="2400"/>
          </a:p>
        </p:txBody>
      </p:sp>
      <p:sp>
        <p:nvSpPr>
          <p:cNvPr id="15" name="Shape 9"/>
          <p:cNvSpPr/>
          <p:nvPr/>
        </p:nvSpPr>
        <p:spPr>
          <a:xfrm>
            <a:off x="640080" y="4069080"/>
            <a:ext cx="7863840" cy="502920"/>
          </a:xfrm>
          <a:prstGeom prst="rect">
            <a:avLst/>
          </a:prstGeom>
          <a:solidFill>
            <a:srgbClr val="E8F8FA"/>
          </a:solidFill>
          <a:ln/>
        </p:spPr>
        <p:txBody>
          <a:bodyPr/>
          <a:lstStyle/>
          <a:p>
            <a:endParaRPr lang="ja-JP" altLang="en-US"/>
          </a:p>
        </p:txBody>
      </p:sp>
      <p:sp>
        <p:nvSpPr>
          <p:cNvPr id="16" name="Shape 10"/>
          <p:cNvSpPr/>
          <p:nvPr/>
        </p:nvSpPr>
        <p:spPr>
          <a:xfrm>
            <a:off x="640080" y="4069080"/>
            <a:ext cx="54864" cy="502920"/>
          </a:xfrm>
          <a:prstGeom prst="rect">
            <a:avLst/>
          </a:prstGeom>
          <a:solidFill>
            <a:srgbClr val="43C1D4"/>
          </a:solidFill>
          <a:ln/>
        </p:spPr>
        <p:txBody>
          <a:bodyPr/>
          <a:lstStyle/>
          <a:p>
            <a:endParaRPr lang="ja-JP" altLang="en-US"/>
          </a:p>
        </p:txBody>
      </p:sp>
      <p:pic>
        <p:nvPicPr>
          <p:cNvPr id="17" name="Image 4" descr="preencoded.png"/>
          <p:cNvPicPr>
            <a:picLocks/>
          </p:cNvPicPr>
          <p:nvPr/>
        </p:nvPicPr>
        <p:blipFill>
          <a:blip r:embed="rId4"/>
          <a:stretch>
            <a:fillRect/>
          </a:stretch>
        </p:blipFill>
        <p:spPr>
          <a:xfrm>
            <a:off x="1427871" y="4183380"/>
            <a:ext cx="274320" cy="274320"/>
          </a:xfrm>
          <a:prstGeom prst="rect">
            <a:avLst/>
          </a:prstGeom>
        </p:spPr>
      </p:pic>
      <p:sp>
        <p:nvSpPr>
          <p:cNvPr id="18" name="Text 11"/>
          <p:cNvSpPr/>
          <p:nvPr/>
        </p:nvSpPr>
        <p:spPr>
          <a:xfrm>
            <a:off x="1188720" y="4069080"/>
            <a:ext cx="7223760" cy="502920"/>
          </a:xfrm>
          <a:prstGeom prst="rect">
            <a:avLst/>
          </a:prstGeom>
          <a:noFill/>
          <a:ln/>
        </p:spPr>
        <p:txBody>
          <a:bodyPr wrap="square" rtlCol="0" anchor="ctr"/>
          <a:lstStyle/>
          <a:p>
            <a:pPr marL="0" indent="0" algn="ctr">
              <a:buNone/>
            </a:pPr>
            <a:r>
              <a:rPr lang="en-US" sz="1600">
                <a:solidFill>
                  <a:srgbClr val="2D2D2D"/>
                </a:solidFill>
                <a:latin typeface="Meiryo, メイリオ, sans-serif" pitchFamily="34" charset="0"/>
                <a:ea typeface="Meiryo, メイリオ, sans-serif" pitchFamily="34" charset="-122"/>
                <a:cs typeface="Meiryo, メイリオ, sans-serif" pitchFamily="34" charset="-120"/>
              </a:rPr>
              <a:t>息が上がらない程度の軽い運動を取り入れることを心がけましょう</a:t>
            </a:r>
            <a:endParaRPr lang="en-US" sz="1600"/>
          </a:p>
        </p:txBody>
      </p:sp>
      <p:pic>
        <p:nvPicPr>
          <p:cNvPr id="22" name="グラフィックス 21" descr="ヨガ 単色塗りつぶし">
            <a:extLst>
              <a:ext uri="{FF2B5EF4-FFF2-40B4-BE49-F238E27FC236}">
                <a16:creationId xmlns:a16="http://schemas.microsoft.com/office/drawing/2014/main" id="{93EED521-5EA9-8C65-345A-4811122AA0A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9498" y="2706272"/>
            <a:ext cx="914400" cy="914400"/>
          </a:xfrm>
          <a:prstGeom prst="rect">
            <a:avLst/>
          </a:prstGeom>
        </p:spPr>
      </p:pic>
      <p:pic>
        <p:nvPicPr>
          <p:cNvPr id="24" name="グラフィックス 23" descr="歩く 単色塗りつぶし">
            <a:extLst>
              <a:ext uri="{FF2B5EF4-FFF2-40B4-BE49-F238E27FC236}">
                <a16:creationId xmlns:a16="http://schemas.microsoft.com/office/drawing/2014/main" id="{C0238D22-682D-95B2-5383-0B15148E42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3155" y="1620422"/>
            <a:ext cx="914400" cy="91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ja-JP" altLang="en-US"/>
          </a:p>
        </p:txBody>
      </p:sp>
      <p:sp>
        <p:nvSpPr>
          <p:cNvPr id="3" name="Shape 1"/>
          <p:cNvSpPr/>
          <p:nvPr/>
        </p:nvSpPr>
        <p:spPr>
          <a:xfrm>
            <a:off x="0" y="0"/>
            <a:ext cx="9144000" cy="228600"/>
          </a:xfrm>
          <a:prstGeom prst="rect">
            <a:avLst/>
          </a:prstGeom>
          <a:solidFill>
            <a:srgbClr val="43C1D4"/>
          </a:solidFill>
          <a:ln/>
        </p:spPr>
        <p:txBody>
          <a:bodyPr/>
          <a:lstStyle/>
          <a:p>
            <a:endParaRPr lang="ja-JP" altLang="en-US"/>
          </a:p>
        </p:txBody>
      </p:sp>
      <p:pic>
        <p:nvPicPr>
          <p:cNvPr id="4" name="Image 0" descr="preencoded.png"/>
          <p:cNvPicPr>
            <a:picLocks/>
          </p:cNvPicPr>
          <p:nvPr/>
        </p:nvPicPr>
        <p:blipFill>
          <a:blip r:embed="rId3"/>
          <a:stretch>
            <a:fillRect/>
          </a:stretch>
        </p:blipFill>
        <p:spPr>
          <a:xfrm>
            <a:off x="0" y="0"/>
            <a:ext cx="9144000" cy="228600"/>
          </a:xfrm>
          <a:prstGeom prst="rect">
            <a:avLst/>
          </a:prstGeom>
        </p:spPr>
      </p:pic>
      <p:sp>
        <p:nvSpPr>
          <p:cNvPr id="5" name="Shape 2"/>
          <p:cNvSpPr/>
          <p:nvPr/>
        </p:nvSpPr>
        <p:spPr>
          <a:xfrm>
            <a:off x="0" y="4914900"/>
            <a:ext cx="9144000" cy="228600"/>
          </a:xfrm>
          <a:prstGeom prst="rect">
            <a:avLst/>
          </a:prstGeom>
          <a:solidFill>
            <a:srgbClr val="43C1D4"/>
          </a:solidFill>
          <a:ln/>
        </p:spPr>
        <p:txBody>
          <a:bodyPr/>
          <a:lstStyle/>
          <a:p>
            <a:endParaRPr lang="ja-JP" altLang="en-US"/>
          </a:p>
        </p:txBody>
      </p:sp>
      <p:pic>
        <p:nvPicPr>
          <p:cNvPr id="6" name="Image 1" descr="preencoded.png"/>
          <p:cNvPicPr>
            <a:picLocks/>
          </p:cNvPicPr>
          <p:nvPr/>
        </p:nvPicPr>
        <p:blipFill>
          <a:blip r:embed="rId3"/>
          <a:stretch>
            <a:fillRect/>
          </a:stretch>
        </p:blipFill>
        <p:spPr>
          <a:xfrm>
            <a:off x="0" y="4914900"/>
            <a:ext cx="9144000" cy="228600"/>
          </a:xfrm>
          <a:prstGeom prst="rect">
            <a:avLst/>
          </a:prstGeom>
        </p:spPr>
      </p:pic>
      <p:sp>
        <p:nvSpPr>
          <p:cNvPr id="7" name="Text 3"/>
          <p:cNvSpPr/>
          <p:nvPr/>
        </p:nvSpPr>
        <p:spPr>
          <a:xfrm>
            <a:off x="640080" y="274320"/>
            <a:ext cx="6949440" cy="594360"/>
          </a:xfrm>
          <a:prstGeom prst="rect">
            <a:avLst/>
          </a:prstGeom>
          <a:noFill/>
          <a:ln/>
        </p:spPr>
        <p:txBody>
          <a:bodyPr wrap="square" rtlCol="0" anchor="b"/>
          <a:lstStyle/>
          <a:p>
            <a:pPr marL="0" indent="0">
              <a:buNone/>
            </a:pPr>
            <a:r>
              <a:rPr lang="en-US" sz="2600" b="1">
                <a:solidFill>
                  <a:srgbClr val="2D2D2D"/>
                </a:solidFill>
                <a:latin typeface="Meiryo, メイリオ, sans-serif" pitchFamily="34" charset="0"/>
                <a:ea typeface="Meiryo, メイリオ, sans-serif" pitchFamily="34" charset="-122"/>
                <a:cs typeface="Meiryo, メイリオ, sans-serif" pitchFamily="34" charset="-120"/>
              </a:rPr>
              <a:t>自律神経をリセットするリラックス法</a:t>
            </a:r>
            <a:endParaRPr lang="en-US" sz="2600"/>
          </a:p>
        </p:txBody>
      </p:sp>
      <p:sp>
        <p:nvSpPr>
          <p:cNvPr id="8" name="Shape 4"/>
          <p:cNvSpPr/>
          <p:nvPr/>
        </p:nvSpPr>
        <p:spPr>
          <a:xfrm>
            <a:off x="640080" y="868680"/>
            <a:ext cx="7863840" cy="36576"/>
          </a:xfrm>
          <a:prstGeom prst="rect">
            <a:avLst/>
          </a:prstGeom>
          <a:solidFill>
            <a:srgbClr val="43C1D4"/>
          </a:solidFill>
          <a:ln/>
        </p:spPr>
        <p:txBody>
          <a:bodyPr/>
          <a:lstStyle/>
          <a:p>
            <a:endParaRPr lang="ja-JP" altLang="en-US"/>
          </a:p>
        </p:txBody>
      </p:sp>
      <p:sp>
        <p:nvSpPr>
          <p:cNvPr id="9" name="Text 5"/>
          <p:cNvSpPr/>
          <p:nvPr/>
        </p:nvSpPr>
        <p:spPr>
          <a:xfrm>
            <a:off x="7680960" y="4709160"/>
            <a:ext cx="1097280" cy="274320"/>
          </a:xfrm>
          <a:prstGeom prst="rect">
            <a:avLst/>
          </a:prstGeom>
          <a:noFill/>
          <a:ln/>
        </p:spPr>
        <p:txBody>
          <a:bodyPr wrap="square" rtlCol="0" anchor="ctr"/>
          <a:lstStyle/>
          <a:p>
            <a:pPr marL="0" indent="0" algn="r">
              <a:buNone/>
            </a:pPr>
            <a:r>
              <a:rPr lang="en-US" sz="900">
                <a:solidFill>
                  <a:srgbClr val="9CA3AF"/>
                </a:solidFill>
                <a:latin typeface="Meiryo, メイリオ, sans-serif" pitchFamily="34" charset="0"/>
                <a:ea typeface="Meiryo, メイリオ, sans-serif" pitchFamily="34" charset="-122"/>
                <a:cs typeface="Meiryo, メイリオ, sans-serif" pitchFamily="34" charset="-120"/>
              </a:rPr>
              <a:t>7 / 9</a:t>
            </a:r>
            <a:endParaRPr lang="en-US" sz="900"/>
          </a:p>
        </p:txBody>
      </p:sp>
      <p:sp>
        <p:nvSpPr>
          <p:cNvPr id="10" name="Shape 6"/>
          <p:cNvSpPr/>
          <p:nvPr/>
        </p:nvSpPr>
        <p:spPr>
          <a:xfrm>
            <a:off x="640080" y="4709160"/>
            <a:ext cx="7863840" cy="7315"/>
          </a:xfrm>
          <a:prstGeom prst="rect">
            <a:avLst/>
          </a:prstGeom>
          <a:solidFill>
            <a:srgbClr val="E5E7EB"/>
          </a:solidFill>
          <a:ln/>
        </p:spPr>
        <p:txBody>
          <a:bodyPr/>
          <a:lstStyle/>
          <a:p>
            <a:endParaRPr lang="ja-JP" altLang="en-US"/>
          </a:p>
        </p:txBody>
      </p:sp>
      <p:sp>
        <p:nvSpPr>
          <p:cNvPr id="13" name="Shape 7"/>
          <p:cNvSpPr/>
          <p:nvPr/>
        </p:nvSpPr>
        <p:spPr>
          <a:xfrm>
            <a:off x="2194560" y="1376172"/>
            <a:ext cx="292608" cy="292608"/>
          </a:xfrm>
          <a:prstGeom prst="roundRect">
            <a:avLst>
              <a:gd name="adj" fmla="val 18750"/>
            </a:avLst>
          </a:prstGeom>
          <a:solidFill>
            <a:srgbClr val="43C1D4"/>
          </a:solidFill>
          <a:ln/>
        </p:spPr>
        <p:txBody>
          <a:bodyPr/>
          <a:lstStyle/>
          <a:p>
            <a:endParaRPr lang="ja-JP" altLang="en-US"/>
          </a:p>
        </p:txBody>
      </p:sp>
      <p:sp>
        <p:nvSpPr>
          <p:cNvPr id="14" name="Text 8"/>
          <p:cNvSpPr/>
          <p:nvPr/>
        </p:nvSpPr>
        <p:spPr>
          <a:xfrm>
            <a:off x="2194560" y="1376172"/>
            <a:ext cx="292608" cy="292608"/>
          </a:xfrm>
          <a:prstGeom prst="rect">
            <a:avLst/>
          </a:prstGeom>
          <a:noFill/>
          <a:ln/>
        </p:spPr>
        <p:txBody>
          <a:bodyPr wrap="square" rtlCol="0" anchor="ctr"/>
          <a:lstStyle/>
          <a:p>
            <a:pPr marL="0" indent="0" algn="ctr">
              <a:buNone/>
            </a:pPr>
            <a:r>
              <a:rPr lang="en-US" sz="1100" b="1">
                <a:solidFill>
                  <a:srgbClr val="FFFFFF"/>
                </a:solidFill>
                <a:latin typeface="Meiryo, メイリオ, sans-serif" pitchFamily="34" charset="0"/>
                <a:ea typeface="Meiryo, メイリオ, sans-serif" pitchFamily="34" charset="-122"/>
                <a:cs typeface="Meiryo, メイリオ, sans-serif" pitchFamily="34" charset="-120"/>
              </a:rPr>
              <a:t>1</a:t>
            </a:r>
            <a:endParaRPr lang="en-US" sz="1100"/>
          </a:p>
        </p:txBody>
      </p:sp>
      <p:sp>
        <p:nvSpPr>
          <p:cNvPr id="15" name="Text 9"/>
          <p:cNvSpPr/>
          <p:nvPr/>
        </p:nvSpPr>
        <p:spPr>
          <a:xfrm>
            <a:off x="2651760" y="1303020"/>
            <a:ext cx="5577840" cy="320040"/>
          </a:xfrm>
          <a:prstGeom prst="rect">
            <a:avLst/>
          </a:prstGeom>
          <a:noFill/>
          <a:ln/>
        </p:spPr>
        <p:txBody>
          <a:bodyPr wrap="square" rtlCol="0" anchor="ctr"/>
          <a:lstStyle/>
          <a:p>
            <a:pPr marL="0" indent="0">
              <a:buNone/>
            </a:pPr>
            <a:r>
              <a:rPr lang="en-US" sz="2400" b="1">
                <a:solidFill>
                  <a:srgbClr val="2D2D2D"/>
                </a:solidFill>
                <a:latin typeface="Meiryo, メイリオ, sans-serif" pitchFamily="34" charset="0"/>
                <a:ea typeface="Meiryo, メイリオ, sans-serif" pitchFamily="34" charset="-122"/>
                <a:cs typeface="Meiryo, メイリオ, sans-serif" pitchFamily="34" charset="-120"/>
              </a:rPr>
              <a:t>腹式呼吸</a:t>
            </a:r>
            <a:endParaRPr lang="en-US" sz="2400"/>
          </a:p>
        </p:txBody>
      </p:sp>
      <p:sp>
        <p:nvSpPr>
          <p:cNvPr id="16" name="Text 10"/>
          <p:cNvSpPr/>
          <p:nvPr/>
        </p:nvSpPr>
        <p:spPr>
          <a:xfrm>
            <a:off x="2651760" y="1673352"/>
            <a:ext cx="5577840" cy="320040"/>
          </a:xfrm>
          <a:prstGeom prst="rect">
            <a:avLst/>
          </a:prstGeom>
          <a:noFill/>
          <a:ln/>
        </p:spPr>
        <p:txBody>
          <a:bodyPr wrap="square" lIns="91440" tIns="45720" rIns="91440" bIns="45720" rtlCol="0" anchor="ctr"/>
          <a:lstStyle/>
          <a:p>
            <a:r>
              <a:rPr lang="ja-JP" altLang="en-US" sz="1400">
                <a:solidFill>
                  <a:srgbClr val="6B7280"/>
                </a:solidFill>
                <a:latin typeface="Meiryo, メイリオ, sans-serif"/>
                <a:ea typeface="Meiryo, メイリオ, sans-serif" pitchFamily="34" charset="-122"/>
                <a:cs typeface="Meiryo, メイリオ, sans-serif" pitchFamily="34" charset="-120"/>
              </a:rPr>
              <a:t>ゆっくり深い呼吸で、副交感神経が活性化します</a:t>
            </a:r>
            <a:endParaRPr lang="en-US" sz="1400">
              <a:solidFill>
                <a:srgbClr val="6B7280"/>
              </a:solidFill>
              <a:latin typeface="Meiryo, メイリオ, sans-serif"/>
              <a:ea typeface="Meiryo, メイリオ, sans-serif"/>
            </a:endParaRPr>
          </a:p>
        </p:txBody>
      </p:sp>
      <p:sp>
        <p:nvSpPr>
          <p:cNvPr id="17" name="Shape 11"/>
          <p:cNvSpPr/>
          <p:nvPr/>
        </p:nvSpPr>
        <p:spPr>
          <a:xfrm>
            <a:off x="2651760" y="2025396"/>
            <a:ext cx="5577840" cy="4572"/>
          </a:xfrm>
          <a:prstGeom prst="rect">
            <a:avLst/>
          </a:prstGeom>
          <a:solidFill>
            <a:srgbClr val="E5E7EB"/>
          </a:solidFill>
          <a:ln/>
        </p:spPr>
        <p:txBody>
          <a:bodyPr/>
          <a:lstStyle/>
          <a:p>
            <a:endParaRPr lang="ja-JP" altLang="en-US"/>
          </a:p>
        </p:txBody>
      </p:sp>
      <p:sp>
        <p:nvSpPr>
          <p:cNvPr id="18" name="Shape 12"/>
          <p:cNvSpPr/>
          <p:nvPr/>
        </p:nvSpPr>
        <p:spPr>
          <a:xfrm>
            <a:off x="2194560" y="2153412"/>
            <a:ext cx="292608" cy="292608"/>
          </a:xfrm>
          <a:prstGeom prst="roundRect">
            <a:avLst>
              <a:gd name="adj" fmla="val 18750"/>
            </a:avLst>
          </a:prstGeom>
          <a:solidFill>
            <a:srgbClr val="43C1D4"/>
          </a:solidFill>
          <a:ln/>
        </p:spPr>
        <p:txBody>
          <a:bodyPr/>
          <a:lstStyle/>
          <a:p>
            <a:endParaRPr lang="ja-JP" altLang="en-US"/>
          </a:p>
        </p:txBody>
      </p:sp>
      <p:sp>
        <p:nvSpPr>
          <p:cNvPr id="19" name="Text 13"/>
          <p:cNvSpPr/>
          <p:nvPr/>
        </p:nvSpPr>
        <p:spPr>
          <a:xfrm>
            <a:off x="2194560" y="2153412"/>
            <a:ext cx="292608" cy="292608"/>
          </a:xfrm>
          <a:prstGeom prst="rect">
            <a:avLst/>
          </a:prstGeom>
          <a:noFill/>
          <a:ln/>
        </p:spPr>
        <p:txBody>
          <a:bodyPr wrap="square" rtlCol="0" anchor="ctr"/>
          <a:lstStyle/>
          <a:p>
            <a:pPr marL="0" indent="0" algn="ctr">
              <a:buNone/>
            </a:pPr>
            <a:r>
              <a:rPr lang="en-US" sz="1100" b="1">
                <a:solidFill>
                  <a:srgbClr val="FFFFFF"/>
                </a:solidFill>
                <a:latin typeface="Meiryo, メイリオ, sans-serif" pitchFamily="34" charset="0"/>
                <a:ea typeface="Meiryo, メイリオ, sans-serif" pitchFamily="34" charset="-122"/>
                <a:cs typeface="Meiryo, メイリオ, sans-serif" pitchFamily="34" charset="-120"/>
              </a:rPr>
              <a:t>2</a:t>
            </a:r>
            <a:endParaRPr lang="en-US" sz="1100"/>
          </a:p>
        </p:txBody>
      </p:sp>
      <p:sp>
        <p:nvSpPr>
          <p:cNvPr id="20" name="Text 14"/>
          <p:cNvSpPr/>
          <p:nvPr/>
        </p:nvSpPr>
        <p:spPr>
          <a:xfrm>
            <a:off x="2651760" y="2080260"/>
            <a:ext cx="5577840" cy="320040"/>
          </a:xfrm>
          <a:prstGeom prst="rect">
            <a:avLst/>
          </a:prstGeom>
          <a:noFill/>
          <a:ln/>
        </p:spPr>
        <p:txBody>
          <a:bodyPr wrap="square" rtlCol="0" anchor="ctr"/>
          <a:lstStyle/>
          <a:p>
            <a:pPr marL="0" indent="0">
              <a:buNone/>
            </a:pPr>
            <a:r>
              <a:rPr lang="en-US" sz="2400" b="1">
                <a:solidFill>
                  <a:srgbClr val="2D2D2D"/>
                </a:solidFill>
                <a:latin typeface="Meiryo, メイリオ, sans-serif" pitchFamily="34" charset="0"/>
                <a:ea typeface="Meiryo, メイリオ, sans-serif" pitchFamily="34" charset="-122"/>
                <a:cs typeface="Meiryo, メイリオ, sans-serif" pitchFamily="34" charset="-120"/>
              </a:rPr>
              <a:t>瞑想</a:t>
            </a:r>
            <a:endParaRPr lang="en-US" sz="2400"/>
          </a:p>
        </p:txBody>
      </p:sp>
      <p:sp>
        <p:nvSpPr>
          <p:cNvPr id="21" name="Text 15"/>
          <p:cNvSpPr/>
          <p:nvPr/>
        </p:nvSpPr>
        <p:spPr>
          <a:xfrm>
            <a:off x="2651760" y="2407158"/>
            <a:ext cx="5577840" cy="320040"/>
          </a:xfrm>
          <a:prstGeom prst="rect">
            <a:avLst/>
          </a:prstGeom>
          <a:noFill/>
          <a:ln/>
        </p:spPr>
        <p:txBody>
          <a:bodyPr wrap="square" lIns="91440" tIns="45720" rIns="91440" bIns="45720" rtlCol="0" anchor="ctr"/>
          <a:lstStyle/>
          <a:p>
            <a:pPr marL="0" indent="0">
              <a:buNone/>
            </a:pPr>
            <a:r>
              <a:rPr lang="ja-JP" altLang="en-US" sz="1400">
                <a:solidFill>
                  <a:srgbClr val="6B7280"/>
                </a:solidFill>
                <a:latin typeface="Meiryo, メイリオ, sans-serif"/>
                <a:ea typeface="游ゴシック"/>
              </a:rPr>
              <a:t>短時間でも日中の緊張やストレスをリセットできます</a:t>
            </a:r>
            <a:endParaRPr lang="en-US" sz="1400">
              <a:latin typeface="Meiryo, メイリオ, sans-serif"/>
              <a:ea typeface="游ゴシック"/>
            </a:endParaRPr>
          </a:p>
        </p:txBody>
      </p:sp>
      <p:sp>
        <p:nvSpPr>
          <p:cNvPr id="22" name="Shape 16"/>
          <p:cNvSpPr/>
          <p:nvPr/>
        </p:nvSpPr>
        <p:spPr>
          <a:xfrm>
            <a:off x="2651760" y="2802636"/>
            <a:ext cx="5577840" cy="4572"/>
          </a:xfrm>
          <a:prstGeom prst="rect">
            <a:avLst/>
          </a:prstGeom>
          <a:solidFill>
            <a:srgbClr val="E5E7EB"/>
          </a:solidFill>
          <a:ln/>
        </p:spPr>
        <p:txBody>
          <a:bodyPr/>
          <a:lstStyle/>
          <a:p>
            <a:endParaRPr lang="ja-JP" altLang="en-US"/>
          </a:p>
        </p:txBody>
      </p:sp>
      <p:sp>
        <p:nvSpPr>
          <p:cNvPr id="23" name="Shape 17"/>
          <p:cNvSpPr/>
          <p:nvPr/>
        </p:nvSpPr>
        <p:spPr>
          <a:xfrm>
            <a:off x="2194560" y="2930652"/>
            <a:ext cx="292608" cy="292608"/>
          </a:xfrm>
          <a:prstGeom prst="roundRect">
            <a:avLst>
              <a:gd name="adj" fmla="val 18750"/>
            </a:avLst>
          </a:prstGeom>
          <a:solidFill>
            <a:srgbClr val="43C1D4"/>
          </a:solidFill>
          <a:ln/>
        </p:spPr>
        <p:txBody>
          <a:bodyPr/>
          <a:lstStyle/>
          <a:p>
            <a:endParaRPr lang="ja-JP" altLang="en-US"/>
          </a:p>
        </p:txBody>
      </p:sp>
      <p:sp>
        <p:nvSpPr>
          <p:cNvPr id="24" name="Text 18"/>
          <p:cNvSpPr/>
          <p:nvPr/>
        </p:nvSpPr>
        <p:spPr>
          <a:xfrm>
            <a:off x="2194560" y="2930652"/>
            <a:ext cx="292608" cy="292608"/>
          </a:xfrm>
          <a:prstGeom prst="rect">
            <a:avLst/>
          </a:prstGeom>
          <a:noFill/>
          <a:ln/>
        </p:spPr>
        <p:txBody>
          <a:bodyPr wrap="square" rtlCol="0" anchor="ctr"/>
          <a:lstStyle/>
          <a:p>
            <a:pPr marL="0" indent="0" algn="ctr">
              <a:buNone/>
            </a:pPr>
            <a:r>
              <a:rPr lang="en-US" sz="1100" b="1">
                <a:solidFill>
                  <a:srgbClr val="FFFFFF"/>
                </a:solidFill>
                <a:latin typeface="Meiryo, メイリオ, sans-serif" pitchFamily="34" charset="0"/>
                <a:ea typeface="Meiryo, メイリオ, sans-serif" pitchFamily="34" charset="-122"/>
                <a:cs typeface="Meiryo, メイリオ, sans-serif" pitchFamily="34" charset="-120"/>
              </a:rPr>
              <a:t>3</a:t>
            </a:r>
            <a:endParaRPr lang="en-US" sz="1100"/>
          </a:p>
        </p:txBody>
      </p:sp>
      <p:sp>
        <p:nvSpPr>
          <p:cNvPr id="25" name="Text 19"/>
          <p:cNvSpPr/>
          <p:nvPr/>
        </p:nvSpPr>
        <p:spPr>
          <a:xfrm>
            <a:off x="2651760" y="2857500"/>
            <a:ext cx="5577840" cy="320040"/>
          </a:xfrm>
          <a:prstGeom prst="rect">
            <a:avLst/>
          </a:prstGeom>
          <a:noFill/>
          <a:ln/>
        </p:spPr>
        <p:txBody>
          <a:bodyPr wrap="square" rtlCol="0" anchor="ctr"/>
          <a:lstStyle/>
          <a:p>
            <a:pPr marL="0" indent="0">
              <a:buNone/>
            </a:pPr>
            <a:r>
              <a:rPr lang="en-US" sz="2400" b="1">
                <a:solidFill>
                  <a:srgbClr val="2D2D2D"/>
                </a:solidFill>
                <a:latin typeface="Meiryo, メイリオ, sans-serif" pitchFamily="34" charset="0"/>
                <a:ea typeface="Meiryo, メイリオ, sans-serif" pitchFamily="34" charset="-122"/>
                <a:cs typeface="Meiryo, メイリオ, sans-serif" pitchFamily="34" charset="-120"/>
              </a:rPr>
              <a:t>音楽</a:t>
            </a:r>
            <a:endParaRPr lang="en-US" sz="2400"/>
          </a:p>
        </p:txBody>
      </p:sp>
      <p:sp>
        <p:nvSpPr>
          <p:cNvPr id="26" name="Text 20"/>
          <p:cNvSpPr/>
          <p:nvPr/>
        </p:nvSpPr>
        <p:spPr>
          <a:xfrm>
            <a:off x="2651760" y="3223260"/>
            <a:ext cx="5577840" cy="320040"/>
          </a:xfrm>
          <a:prstGeom prst="rect">
            <a:avLst/>
          </a:prstGeom>
          <a:noFill/>
          <a:ln/>
        </p:spPr>
        <p:txBody>
          <a:bodyPr wrap="square" lIns="91440" tIns="45720" rIns="91440" bIns="45720" rtlCol="0" anchor="ctr"/>
          <a:lstStyle/>
          <a:p>
            <a:pPr marL="0" indent="0">
              <a:buNone/>
            </a:pPr>
            <a:r>
              <a:rPr lang="ja-JP" altLang="en-US" sz="1400">
                <a:solidFill>
                  <a:srgbClr val="6B7280"/>
                </a:solidFill>
                <a:latin typeface="Meiryo, メイリオ, sans-serif"/>
                <a:ea typeface="游ゴシック"/>
              </a:rPr>
              <a:t>自然と副交感神経が優位になります</a:t>
            </a:r>
            <a:endParaRPr lang="en-US" sz="1400">
              <a:latin typeface="Meiryo, メイリオ, sans-serif"/>
              <a:ea typeface="游ゴシック"/>
            </a:endParaRPr>
          </a:p>
        </p:txBody>
      </p:sp>
      <p:sp>
        <p:nvSpPr>
          <p:cNvPr id="27" name="Shape 21"/>
          <p:cNvSpPr/>
          <p:nvPr/>
        </p:nvSpPr>
        <p:spPr>
          <a:xfrm>
            <a:off x="640080" y="4069080"/>
            <a:ext cx="7863840" cy="502920"/>
          </a:xfrm>
          <a:prstGeom prst="rect">
            <a:avLst/>
          </a:prstGeom>
          <a:solidFill>
            <a:srgbClr val="E8F8FA"/>
          </a:solidFill>
          <a:ln/>
        </p:spPr>
        <p:txBody>
          <a:bodyPr/>
          <a:lstStyle/>
          <a:p>
            <a:endParaRPr lang="ja-JP" altLang="en-US"/>
          </a:p>
        </p:txBody>
      </p:sp>
      <p:sp>
        <p:nvSpPr>
          <p:cNvPr id="28" name="Shape 22"/>
          <p:cNvSpPr/>
          <p:nvPr/>
        </p:nvSpPr>
        <p:spPr>
          <a:xfrm>
            <a:off x="640080" y="4069080"/>
            <a:ext cx="54864" cy="502920"/>
          </a:xfrm>
          <a:prstGeom prst="rect">
            <a:avLst/>
          </a:prstGeom>
          <a:solidFill>
            <a:srgbClr val="43C1D4"/>
          </a:solidFill>
          <a:ln/>
        </p:spPr>
        <p:txBody>
          <a:bodyPr/>
          <a:lstStyle/>
          <a:p>
            <a:endParaRPr lang="ja-JP" altLang="en-US"/>
          </a:p>
        </p:txBody>
      </p:sp>
      <p:pic>
        <p:nvPicPr>
          <p:cNvPr id="29" name="Image 4" descr="preencoded.png"/>
          <p:cNvPicPr>
            <a:picLocks/>
          </p:cNvPicPr>
          <p:nvPr/>
        </p:nvPicPr>
        <p:blipFill>
          <a:blip r:embed="rId4"/>
          <a:stretch>
            <a:fillRect/>
          </a:stretch>
        </p:blipFill>
        <p:spPr>
          <a:xfrm>
            <a:off x="1681089" y="4183380"/>
            <a:ext cx="274320" cy="274320"/>
          </a:xfrm>
          <a:prstGeom prst="rect">
            <a:avLst/>
          </a:prstGeom>
        </p:spPr>
      </p:pic>
      <p:sp>
        <p:nvSpPr>
          <p:cNvPr id="30" name="Text 23"/>
          <p:cNvSpPr/>
          <p:nvPr/>
        </p:nvSpPr>
        <p:spPr>
          <a:xfrm>
            <a:off x="1188720" y="4069080"/>
            <a:ext cx="7223760" cy="502920"/>
          </a:xfrm>
          <a:prstGeom prst="rect">
            <a:avLst/>
          </a:prstGeom>
          <a:noFill/>
          <a:ln/>
        </p:spPr>
        <p:txBody>
          <a:bodyPr wrap="square" rtlCol="0" anchor="ctr"/>
          <a:lstStyle/>
          <a:p>
            <a:pPr marL="0" indent="0" algn="ctr">
              <a:buNone/>
            </a:pPr>
            <a:r>
              <a:rPr lang="en-US" sz="1600">
                <a:solidFill>
                  <a:srgbClr val="2D2D2D"/>
                </a:solidFill>
                <a:latin typeface="Meiryo, メイリオ, sans-serif" pitchFamily="34" charset="0"/>
                <a:ea typeface="Meiryo, メイリオ, sans-serif" pitchFamily="34" charset="-122"/>
                <a:cs typeface="Meiryo, メイリオ, sans-serif" pitchFamily="34" charset="-120"/>
              </a:rPr>
              <a:t>副交感神経を高める方法を日常に取り入れることが大切です</a:t>
            </a:r>
            <a:endParaRPr lang="en-US" sz="1600"/>
          </a:p>
        </p:txBody>
      </p:sp>
      <p:pic>
        <p:nvPicPr>
          <p:cNvPr id="32" name="グラフィックス 31" descr="音符 単色塗りつぶし">
            <a:extLst>
              <a:ext uri="{FF2B5EF4-FFF2-40B4-BE49-F238E27FC236}">
                <a16:creationId xmlns:a16="http://schemas.microsoft.com/office/drawing/2014/main" id="{FA0B1A0B-540E-0E1F-3AC0-4A1E90D3DFE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4944" y="2434590"/>
            <a:ext cx="914400" cy="914400"/>
          </a:xfrm>
          <a:prstGeom prst="rect">
            <a:avLst/>
          </a:prstGeom>
        </p:spPr>
      </p:pic>
      <p:pic>
        <p:nvPicPr>
          <p:cNvPr id="34" name="グラフィックス 33" descr="瞑想 単色塗りつぶし">
            <a:extLst>
              <a:ext uri="{FF2B5EF4-FFF2-40B4-BE49-F238E27FC236}">
                <a16:creationId xmlns:a16="http://schemas.microsoft.com/office/drawing/2014/main" id="{11CD7CB3-7519-AA2E-1F7B-6FE08164214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4944" y="1520190"/>
            <a:ext cx="914400" cy="914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15826"/>
            <a:ext cx="9144000" cy="5143500"/>
          </a:xfrm>
          <a:prstGeom prst="rect">
            <a:avLst/>
          </a:prstGeom>
          <a:solidFill>
            <a:srgbClr val="FFFFFF"/>
          </a:solidFill>
          <a:ln/>
        </p:spPr>
        <p:txBody>
          <a:bodyPr/>
          <a:lstStyle/>
          <a:p>
            <a:endParaRPr lang="ja-JP" altLang="en-US"/>
          </a:p>
        </p:txBody>
      </p:sp>
      <p:sp>
        <p:nvSpPr>
          <p:cNvPr id="3" name="Shape 1"/>
          <p:cNvSpPr/>
          <p:nvPr/>
        </p:nvSpPr>
        <p:spPr>
          <a:xfrm>
            <a:off x="0" y="0"/>
            <a:ext cx="9144000" cy="228600"/>
          </a:xfrm>
          <a:prstGeom prst="rect">
            <a:avLst/>
          </a:prstGeom>
          <a:solidFill>
            <a:srgbClr val="43C1D4"/>
          </a:solidFill>
          <a:ln/>
        </p:spPr>
        <p:txBody>
          <a:bodyPr/>
          <a:lstStyle/>
          <a:p>
            <a:endParaRPr lang="ja-JP" altLang="en-US"/>
          </a:p>
        </p:txBody>
      </p:sp>
      <p:pic>
        <p:nvPicPr>
          <p:cNvPr id="4" name="Image 0" descr="preencoded.png"/>
          <p:cNvPicPr>
            <a:picLocks/>
          </p:cNvPicPr>
          <p:nvPr/>
        </p:nvPicPr>
        <p:blipFill>
          <a:blip r:embed="rId3"/>
          <a:stretch>
            <a:fillRect/>
          </a:stretch>
        </p:blipFill>
        <p:spPr>
          <a:xfrm>
            <a:off x="0" y="0"/>
            <a:ext cx="9144000" cy="228600"/>
          </a:xfrm>
          <a:prstGeom prst="rect">
            <a:avLst/>
          </a:prstGeom>
        </p:spPr>
      </p:pic>
      <p:sp>
        <p:nvSpPr>
          <p:cNvPr id="5" name="Shape 2"/>
          <p:cNvSpPr/>
          <p:nvPr/>
        </p:nvSpPr>
        <p:spPr>
          <a:xfrm>
            <a:off x="0" y="4914900"/>
            <a:ext cx="9144000" cy="228600"/>
          </a:xfrm>
          <a:prstGeom prst="rect">
            <a:avLst/>
          </a:prstGeom>
          <a:solidFill>
            <a:srgbClr val="43C1D4"/>
          </a:solidFill>
          <a:ln/>
        </p:spPr>
        <p:txBody>
          <a:bodyPr/>
          <a:lstStyle/>
          <a:p>
            <a:endParaRPr lang="ja-JP" altLang="en-US"/>
          </a:p>
        </p:txBody>
      </p:sp>
      <p:pic>
        <p:nvPicPr>
          <p:cNvPr id="6" name="Image 1" descr="preencoded.png"/>
          <p:cNvPicPr>
            <a:picLocks/>
          </p:cNvPicPr>
          <p:nvPr/>
        </p:nvPicPr>
        <p:blipFill>
          <a:blip r:embed="rId3"/>
          <a:stretch>
            <a:fillRect/>
          </a:stretch>
        </p:blipFill>
        <p:spPr>
          <a:xfrm>
            <a:off x="0" y="4914900"/>
            <a:ext cx="9144000" cy="228600"/>
          </a:xfrm>
          <a:prstGeom prst="rect">
            <a:avLst/>
          </a:prstGeom>
        </p:spPr>
      </p:pic>
      <p:sp>
        <p:nvSpPr>
          <p:cNvPr id="7" name="Text 3"/>
          <p:cNvSpPr/>
          <p:nvPr/>
        </p:nvSpPr>
        <p:spPr>
          <a:xfrm>
            <a:off x="640080" y="274320"/>
            <a:ext cx="6949440" cy="594360"/>
          </a:xfrm>
          <a:prstGeom prst="rect">
            <a:avLst/>
          </a:prstGeom>
          <a:noFill/>
          <a:ln/>
        </p:spPr>
        <p:txBody>
          <a:bodyPr wrap="square" rtlCol="0" anchor="b"/>
          <a:lstStyle/>
          <a:p>
            <a:pPr marL="0" indent="0">
              <a:buNone/>
            </a:pPr>
            <a:r>
              <a:rPr lang="en-US" sz="2600" b="1">
                <a:solidFill>
                  <a:srgbClr val="2D2D2D"/>
                </a:solidFill>
                <a:latin typeface="Meiryo, メイリオ, sans-serif" pitchFamily="34" charset="0"/>
                <a:ea typeface="Meiryo, メイリオ, sans-serif" pitchFamily="34" charset="-122"/>
                <a:cs typeface="Meiryo, メイリオ, sans-serif" pitchFamily="34" charset="-120"/>
              </a:rPr>
              <a:t>ぐっすり眠れば、心も仕事も安定</a:t>
            </a:r>
            <a:endParaRPr lang="en-US" sz="2600"/>
          </a:p>
        </p:txBody>
      </p:sp>
      <p:sp>
        <p:nvSpPr>
          <p:cNvPr id="8" name="Shape 4"/>
          <p:cNvSpPr/>
          <p:nvPr/>
        </p:nvSpPr>
        <p:spPr>
          <a:xfrm>
            <a:off x="640080" y="868680"/>
            <a:ext cx="7863840" cy="36576"/>
          </a:xfrm>
          <a:prstGeom prst="rect">
            <a:avLst/>
          </a:prstGeom>
          <a:solidFill>
            <a:srgbClr val="43C1D4"/>
          </a:solidFill>
          <a:ln/>
        </p:spPr>
        <p:txBody>
          <a:bodyPr/>
          <a:lstStyle/>
          <a:p>
            <a:endParaRPr lang="ja-JP" altLang="en-US"/>
          </a:p>
        </p:txBody>
      </p:sp>
      <p:sp>
        <p:nvSpPr>
          <p:cNvPr id="9" name="Text 5"/>
          <p:cNvSpPr/>
          <p:nvPr/>
        </p:nvSpPr>
        <p:spPr>
          <a:xfrm>
            <a:off x="7680960" y="4709160"/>
            <a:ext cx="1097280" cy="274320"/>
          </a:xfrm>
          <a:prstGeom prst="rect">
            <a:avLst/>
          </a:prstGeom>
          <a:noFill/>
          <a:ln/>
        </p:spPr>
        <p:txBody>
          <a:bodyPr wrap="square" rtlCol="0" anchor="ctr"/>
          <a:lstStyle/>
          <a:p>
            <a:pPr marL="0" indent="0" algn="r">
              <a:buNone/>
            </a:pPr>
            <a:r>
              <a:rPr lang="en-US" sz="900">
                <a:solidFill>
                  <a:srgbClr val="9CA3AF"/>
                </a:solidFill>
                <a:latin typeface="Meiryo, メイリオ, sans-serif" pitchFamily="34" charset="0"/>
                <a:ea typeface="Meiryo, メイリオ, sans-serif" pitchFamily="34" charset="-122"/>
                <a:cs typeface="Meiryo, メイリオ, sans-serif" pitchFamily="34" charset="-120"/>
              </a:rPr>
              <a:t>8 / 9</a:t>
            </a:r>
            <a:endParaRPr lang="en-US" sz="900"/>
          </a:p>
        </p:txBody>
      </p:sp>
      <p:sp>
        <p:nvSpPr>
          <p:cNvPr id="10" name="Shape 6"/>
          <p:cNvSpPr/>
          <p:nvPr/>
        </p:nvSpPr>
        <p:spPr>
          <a:xfrm>
            <a:off x="640080" y="4709160"/>
            <a:ext cx="7863840" cy="7315"/>
          </a:xfrm>
          <a:prstGeom prst="rect">
            <a:avLst/>
          </a:prstGeom>
          <a:solidFill>
            <a:srgbClr val="E5E7EB"/>
          </a:solidFill>
          <a:ln/>
        </p:spPr>
        <p:txBody>
          <a:bodyPr/>
          <a:lstStyle/>
          <a:p>
            <a:endParaRPr lang="ja-JP" altLang="en-US"/>
          </a:p>
        </p:txBody>
      </p:sp>
      <p:sp>
        <p:nvSpPr>
          <p:cNvPr id="13" name="Shape 7"/>
          <p:cNvSpPr/>
          <p:nvPr/>
        </p:nvSpPr>
        <p:spPr>
          <a:xfrm>
            <a:off x="2194560" y="1124712"/>
            <a:ext cx="292608" cy="292608"/>
          </a:xfrm>
          <a:prstGeom prst="roundRect">
            <a:avLst>
              <a:gd name="adj" fmla="val 18750"/>
            </a:avLst>
          </a:prstGeom>
          <a:solidFill>
            <a:srgbClr val="43C1D4"/>
          </a:solidFill>
          <a:ln/>
        </p:spPr>
        <p:txBody>
          <a:bodyPr/>
          <a:lstStyle/>
          <a:p>
            <a:endParaRPr lang="ja-JP" altLang="en-US"/>
          </a:p>
        </p:txBody>
      </p:sp>
      <p:sp>
        <p:nvSpPr>
          <p:cNvPr id="14" name="Text 8"/>
          <p:cNvSpPr/>
          <p:nvPr/>
        </p:nvSpPr>
        <p:spPr>
          <a:xfrm>
            <a:off x="2194560" y="1124712"/>
            <a:ext cx="292608" cy="292608"/>
          </a:xfrm>
          <a:prstGeom prst="rect">
            <a:avLst/>
          </a:prstGeom>
          <a:noFill/>
          <a:ln/>
        </p:spPr>
        <p:txBody>
          <a:bodyPr wrap="square" rtlCol="0" anchor="ctr"/>
          <a:lstStyle/>
          <a:p>
            <a:pPr marL="0" indent="0" algn="ctr">
              <a:buNone/>
            </a:pPr>
            <a:r>
              <a:rPr lang="en-US" sz="1100" b="1">
                <a:solidFill>
                  <a:srgbClr val="FFFFFF"/>
                </a:solidFill>
                <a:latin typeface="Meiryo, メイリオ, sans-serif" pitchFamily="34" charset="0"/>
                <a:ea typeface="Meiryo, メイリオ, sans-serif" pitchFamily="34" charset="-122"/>
                <a:cs typeface="Meiryo, メイリオ, sans-serif" pitchFamily="34" charset="-120"/>
              </a:rPr>
              <a:t>1</a:t>
            </a:r>
            <a:endParaRPr lang="en-US" sz="1100"/>
          </a:p>
        </p:txBody>
      </p:sp>
      <p:sp>
        <p:nvSpPr>
          <p:cNvPr id="15" name="Text 9"/>
          <p:cNvSpPr/>
          <p:nvPr/>
        </p:nvSpPr>
        <p:spPr>
          <a:xfrm>
            <a:off x="2651760" y="1051560"/>
            <a:ext cx="5577840" cy="320040"/>
          </a:xfrm>
          <a:prstGeom prst="rect">
            <a:avLst/>
          </a:prstGeom>
          <a:noFill/>
          <a:ln/>
        </p:spPr>
        <p:txBody>
          <a:bodyPr wrap="square" rtlCol="0" anchor="ctr"/>
          <a:lstStyle/>
          <a:p>
            <a:pPr marL="0" indent="0">
              <a:buNone/>
            </a:pPr>
            <a:r>
              <a:rPr lang="en-US" sz="2400" b="1">
                <a:solidFill>
                  <a:srgbClr val="2D2D2D"/>
                </a:solidFill>
                <a:latin typeface="Meiryo, メイリオ, sans-serif" pitchFamily="34" charset="0"/>
                <a:ea typeface="Meiryo, メイリオ, sans-serif" pitchFamily="34" charset="-122"/>
                <a:cs typeface="Meiryo, メイリオ, sans-serif" pitchFamily="34" charset="-120"/>
              </a:rPr>
              <a:t>パフォーマンス向上</a:t>
            </a:r>
            <a:endParaRPr lang="en-US" sz="2400"/>
          </a:p>
        </p:txBody>
      </p:sp>
      <p:sp>
        <p:nvSpPr>
          <p:cNvPr id="16" name="Text 10"/>
          <p:cNvSpPr/>
          <p:nvPr/>
        </p:nvSpPr>
        <p:spPr>
          <a:xfrm>
            <a:off x="2651760" y="1386723"/>
            <a:ext cx="5577840" cy="320040"/>
          </a:xfrm>
          <a:prstGeom prst="rect">
            <a:avLst/>
          </a:prstGeom>
          <a:noFill/>
          <a:ln/>
        </p:spPr>
        <p:txBody>
          <a:bodyPr wrap="square" lIns="91440" tIns="45720" rIns="91440" bIns="45720" rtlCol="0" anchor="ctr"/>
          <a:lstStyle/>
          <a:p>
            <a:pPr marL="0" indent="0">
              <a:buNone/>
            </a:pPr>
            <a:r>
              <a:rPr lang="ja-JP" altLang="en-US" sz="1400" dirty="0">
                <a:solidFill>
                  <a:srgbClr val="6B7280"/>
                </a:solidFill>
                <a:latin typeface="Meiryo, メイリオ, sans-serif"/>
                <a:ea typeface="Meiryo, メイリオ, sans-serif"/>
                <a:cs typeface="Meiryo, メイリオ, sans-serif" pitchFamily="34" charset="-120"/>
              </a:rPr>
              <a:t>集中力や判断力が向上し</a:t>
            </a:r>
            <a:r>
              <a:rPr lang="en-US" sz="1400" dirty="0">
                <a:solidFill>
                  <a:srgbClr val="6B7280"/>
                </a:solidFill>
                <a:latin typeface="Meiryo, メイリオ, sans-serif"/>
                <a:ea typeface="Meiryo, メイリオ, sans-serif"/>
                <a:cs typeface="Meiryo, メイリオ, sans-serif" pitchFamily="34" charset="-120"/>
              </a:rPr>
              <a:t>、</a:t>
            </a:r>
            <a:r>
              <a:rPr lang="en-US" sz="1400" dirty="0" err="1">
                <a:solidFill>
                  <a:srgbClr val="6B7280"/>
                </a:solidFill>
                <a:latin typeface="Meiryo, メイリオ, sans-serif"/>
                <a:ea typeface="Meiryo, メイリオ, sans-serif"/>
                <a:cs typeface="Meiryo, メイリオ, sans-serif" pitchFamily="34" charset="-120"/>
              </a:rPr>
              <a:t>仕事や学習の効率が大幅に改善されます</a:t>
            </a:r>
            <a:endParaRPr lang="en-US" sz="1400" dirty="0" err="1">
              <a:latin typeface="Meiryo, メイリオ, sans-serif"/>
              <a:ea typeface="Meiryo, メイリオ, sans-serif"/>
            </a:endParaRPr>
          </a:p>
        </p:txBody>
      </p:sp>
      <p:sp>
        <p:nvSpPr>
          <p:cNvPr id="18" name="Shape 12"/>
          <p:cNvSpPr/>
          <p:nvPr/>
        </p:nvSpPr>
        <p:spPr>
          <a:xfrm>
            <a:off x="2194560" y="1833372"/>
            <a:ext cx="292608" cy="292608"/>
          </a:xfrm>
          <a:prstGeom prst="roundRect">
            <a:avLst>
              <a:gd name="adj" fmla="val 18750"/>
            </a:avLst>
          </a:prstGeom>
          <a:solidFill>
            <a:srgbClr val="43C1D4"/>
          </a:solidFill>
          <a:ln/>
        </p:spPr>
        <p:txBody>
          <a:bodyPr/>
          <a:lstStyle/>
          <a:p>
            <a:endParaRPr lang="ja-JP" altLang="en-US"/>
          </a:p>
        </p:txBody>
      </p:sp>
      <p:sp>
        <p:nvSpPr>
          <p:cNvPr id="19" name="Text 13"/>
          <p:cNvSpPr/>
          <p:nvPr/>
        </p:nvSpPr>
        <p:spPr>
          <a:xfrm>
            <a:off x="2194560" y="1833372"/>
            <a:ext cx="292608" cy="292608"/>
          </a:xfrm>
          <a:prstGeom prst="rect">
            <a:avLst/>
          </a:prstGeom>
          <a:noFill/>
          <a:ln/>
        </p:spPr>
        <p:txBody>
          <a:bodyPr wrap="square" rtlCol="0" anchor="ctr"/>
          <a:lstStyle/>
          <a:p>
            <a:pPr marL="0" indent="0" algn="ctr">
              <a:buNone/>
            </a:pPr>
            <a:r>
              <a:rPr lang="en-US" sz="1100" b="1">
                <a:solidFill>
                  <a:srgbClr val="FFFFFF"/>
                </a:solidFill>
                <a:latin typeface="Meiryo, メイリオ, sans-serif" pitchFamily="34" charset="0"/>
                <a:ea typeface="Meiryo, メイリオ, sans-serif" pitchFamily="34" charset="-122"/>
                <a:cs typeface="Meiryo, メイリオ, sans-serif" pitchFamily="34" charset="-120"/>
              </a:rPr>
              <a:t>2</a:t>
            </a:r>
            <a:endParaRPr lang="en-US" sz="1100"/>
          </a:p>
        </p:txBody>
      </p:sp>
      <p:sp>
        <p:nvSpPr>
          <p:cNvPr id="20" name="Text 14"/>
          <p:cNvSpPr/>
          <p:nvPr/>
        </p:nvSpPr>
        <p:spPr>
          <a:xfrm>
            <a:off x="2651760" y="1824228"/>
            <a:ext cx="5577840" cy="320040"/>
          </a:xfrm>
          <a:prstGeom prst="rect">
            <a:avLst/>
          </a:prstGeom>
          <a:noFill/>
          <a:ln/>
        </p:spPr>
        <p:txBody>
          <a:bodyPr wrap="square" rtlCol="0" anchor="ctr"/>
          <a:lstStyle/>
          <a:p>
            <a:pPr marL="0" indent="0">
              <a:buNone/>
            </a:pPr>
            <a:r>
              <a:rPr lang="en-US" sz="2400" b="1">
                <a:solidFill>
                  <a:srgbClr val="2D2D2D"/>
                </a:solidFill>
                <a:latin typeface="Meiryo, メイリオ, sans-serif" pitchFamily="34" charset="0"/>
                <a:ea typeface="Meiryo, メイリオ, sans-serif" pitchFamily="34" charset="-122"/>
                <a:cs typeface="Meiryo, メイリオ, sans-serif" pitchFamily="34" charset="-120"/>
              </a:rPr>
              <a:t>感情の安定</a:t>
            </a:r>
            <a:endParaRPr lang="en-US" sz="2400"/>
          </a:p>
        </p:txBody>
      </p:sp>
      <p:sp>
        <p:nvSpPr>
          <p:cNvPr id="21" name="Text 15"/>
          <p:cNvSpPr/>
          <p:nvPr/>
        </p:nvSpPr>
        <p:spPr>
          <a:xfrm>
            <a:off x="2651760" y="2155698"/>
            <a:ext cx="5577840" cy="320040"/>
          </a:xfrm>
          <a:prstGeom prst="rect">
            <a:avLst/>
          </a:prstGeom>
          <a:noFill/>
          <a:ln/>
        </p:spPr>
        <p:txBody>
          <a:bodyPr wrap="square" lIns="91440" tIns="45720" rIns="91440" bIns="45720" rtlCol="0" anchor="ctr"/>
          <a:lstStyle/>
          <a:p>
            <a:pPr marL="0" indent="0">
              <a:buNone/>
            </a:pPr>
            <a:r>
              <a:rPr lang="ja-JP" altLang="en-US" sz="1400" dirty="0">
                <a:solidFill>
                  <a:srgbClr val="6B7280"/>
                </a:solidFill>
                <a:latin typeface="Meiryo, メイリオ, sans-serif" pitchFamily="34" charset="0"/>
                <a:ea typeface="Meiryo, メイリオ, sans-serif" pitchFamily="34" charset="-122"/>
                <a:cs typeface="Meiryo, メイリオ, sans-serif" pitchFamily="34" charset="-120"/>
              </a:rPr>
              <a:t>感情のコントロールを助け</a:t>
            </a:r>
            <a:r>
              <a:rPr lang="en-US" sz="1400" dirty="0">
                <a:solidFill>
                  <a:srgbClr val="6B7280"/>
                </a:solidFill>
                <a:latin typeface="Meiryo, メイリオ, sans-serif"/>
                <a:ea typeface="Meiryo, メイリオ, sans-serif" pitchFamily="34" charset="-122"/>
                <a:cs typeface="Meiryo, メイリオ, sans-serif" pitchFamily="34" charset="-120"/>
              </a:rPr>
              <a:t>、</a:t>
            </a:r>
            <a:r>
              <a:rPr lang="en-US" sz="1400" dirty="0" err="1">
                <a:solidFill>
                  <a:srgbClr val="6B7280"/>
                </a:solidFill>
                <a:latin typeface="Meiryo, メイリオ, sans-serif"/>
                <a:ea typeface="Meiryo, メイリオ, sans-serif" pitchFamily="34" charset="-122"/>
                <a:cs typeface="Meiryo, メイリオ, sans-serif" pitchFamily="34" charset="-120"/>
              </a:rPr>
              <a:t>ストレスに対する対処能力を高めます</a:t>
            </a:r>
            <a:endParaRPr lang="en-US" sz="1400" dirty="0" err="1">
              <a:latin typeface="Meiryo, メイリオ, sans-serif"/>
            </a:endParaRPr>
          </a:p>
        </p:txBody>
      </p:sp>
      <p:sp>
        <p:nvSpPr>
          <p:cNvPr id="23" name="Shape 17"/>
          <p:cNvSpPr/>
          <p:nvPr/>
        </p:nvSpPr>
        <p:spPr>
          <a:xfrm>
            <a:off x="2194560" y="2542032"/>
            <a:ext cx="292608" cy="292608"/>
          </a:xfrm>
          <a:prstGeom prst="roundRect">
            <a:avLst>
              <a:gd name="adj" fmla="val 18750"/>
            </a:avLst>
          </a:prstGeom>
          <a:solidFill>
            <a:srgbClr val="43C1D4"/>
          </a:solidFill>
          <a:ln/>
        </p:spPr>
        <p:txBody>
          <a:bodyPr/>
          <a:lstStyle/>
          <a:p>
            <a:endParaRPr lang="ja-JP" altLang="en-US"/>
          </a:p>
        </p:txBody>
      </p:sp>
      <p:sp>
        <p:nvSpPr>
          <p:cNvPr id="24" name="Text 18"/>
          <p:cNvSpPr/>
          <p:nvPr/>
        </p:nvSpPr>
        <p:spPr>
          <a:xfrm>
            <a:off x="2194560" y="2542032"/>
            <a:ext cx="292608" cy="292608"/>
          </a:xfrm>
          <a:prstGeom prst="rect">
            <a:avLst/>
          </a:prstGeom>
          <a:noFill/>
          <a:ln/>
        </p:spPr>
        <p:txBody>
          <a:bodyPr wrap="square" rtlCol="0" anchor="ctr"/>
          <a:lstStyle/>
          <a:p>
            <a:pPr marL="0" indent="0" algn="ctr">
              <a:buNone/>
            </a:pPr>
            <a:r>
              <a:rPr lang="en-US" sz="1100" b="1">
                <a:solidFill>
                  <a:srgbClr val="FFFFFF"/>
                </a:solidFill>
                <a:latin typeface="Meiryo, メイリオ, sans-serif" pitchFamily="34" charset="0"/>
                <a:ea typeface="Meiryo, メイリオ, sans-serif" pitchFamily="34" charset="-122"/>
                <a:cs typeface="Meiryo, メイリオ, sans-serif" pitchFamily="34" charset="-120"/>
              </a:rPr>
              <a:t>3</a:t>
            </a:r>
            <a:endParaRPr lang="en-US" sz="1100"/>
          </a:p>
        </p:txBody>
      </p:sp>
      <p:sp>
        <p:nvSpPr>
          <p:cNvPr id="25" name="Text 19"/>
          <p:cNvSpPr/>
          <p:nvPr/>
        </p:nvSpPr>
        <p:spPr>
          <a:xfrm>
            <a:off x="2651760" y="2542032"/>
            <a:ext cx="5577840" cy="320040"/>
          </a:xfrm>
          <a:prstGeom prst="rect">
            <a:avLst/>
          </a:prstGeom>
          <a:noFill/>
          <a:ln/>
        </p:spPr>
        <p:txBody>
          <a:bodyPr wrap="square" rtlCol="0" anchor="ctr"/>
          <a:lstStyle/>
          <a:p>
            <a:pPr marL="0" indent="0">
              <a:buNone/>
            </a:pPr>
            <a:r>
              <a:rPr lang="en-US" sz="2400" b="1">
                <a:solidFill>
                  <a:srgbClr val="2D2D2D"/>
                </a:solidFill>
                <a:latin typeface="Meiryo, メイリオ, sans-serif" pitchFamily="34" charset="0"/>
                <a:ea typeface="Meiryo, メイリオ, sans-serif" pitchFamily="34" charset="-122"/>
                <a:cs typeface="Meiryo, メイリオ, sans-serif" pitchFamily="34" charset="-120"/>
              </a:rPr>
              <a:t>ストレス耐性UP</a:t>
            </a:r>
            <a:endParaRPr lang="en-US" sz="2400"/>
          </a:p>
        </p:txBody>
      </p:sp>
      <p:sp>
        <p:nvSpPr>
          <p:cNvPr id="26" name="Text 20"/>
          <p:cNvSpPr/>
          <p:nvPr/>
        </p:nvSpPr>
        <p:spPr>
          <a:xfrm>
            <a:off x="2651760" y="2875084"/>
            <a:ext cx="5577840" cy="320040"/>
          </a:xfrm>
          <a:prstGeom prst="rect">
            <a:avLst/>
          </a:prstGeom>
          <a:noFill/>
          <a:ln/>
        </p:spPr>
        <p:txBody>
          <a:bodyPr wrap="square" lIns="91440" tIns="45720" rIns="91440" bIns="45720" rtlCol="0" anchor="ctr"/>
          <a:lstStyle/>
          <a:p>
            <a:pPr marL="0" indent="0">
              <a:buNone/>
            </a:pPr>
            <a:r>
              <a:rPr lang="en-US" sz="1400" dirty="0" err="1">
                <a:solidFill>
                  <a:srgbClr val="6B7280"/>
                </a:solidFill>
                <a:latin typeface="Meiryo, メイリオ, sans-serif"/>
                <a:ea typeface="Meiryo, メイリオ, sans-serif" pitchFamily="34" charset="-122"/>
                <a:cs typeface="Meiryo, メイリオ, sans-serif" pitchFamily="34" charset="-120"/>
              </a:rPr>
              <a:t>日々のプレッシャーにも冷静に対応できるようになります</a:t>
            </a:r>
            <a:endParaRPr lang="en-US" sz="1400" dirty="0" err="1">
              <a:latin typeface="Meiryo, メイリオ, sans-serif"/>
              <a:ea typeface="Calibri"/>
              <a:cs typeface="Calibri"/>
            </a:endParaRPr>
          </a:p>
        </p:txBody>
      </p:sp>
      <p:sp>
        <p:nvSpPr>
          <p:cNvPr id="28" name="Shape 22"/>
          <p:cNvSpPr/>
          <p:nvPr/>
        </p:nvSpPr>
        <p:spPr>
          <a:xfrm>
            <a:off x="2194560" y="3250692"/>
            <a:ext cx="292608" cy="292608"/>
          </a:xfrm>
          <a:prstGeom prst="roundRect">
            <a:avLst>
              <a:gd name="adj" fmla="val 18750"/>
            </a:avLst>
          </a:prstGeom>
          <a:solidFill>
            <a:srgbClr val="43C1D4"/>
          </a:solidFill>
          <a:ln/>
        </p:spPr>
        <p:txBody>
          <a:bodyPr/>
          <a:lstStyle/>
          <a:p>
            <a:endParaRPr lang="ja-JP" altLang="en-US"/>
          </a:p>
        </p:txBody>
      </p:sp>
      <p:sp>
        <p:nvSpPr>
          <p:cNvPr id="29" name="Text 23"/>
          <p:cNvSpPr/>
          <p:nvPr/>
        </p:nvSpPr>
        <p:spPr>
          <a:xfrm>
            <a:off x="2194560" y="3250692"/>
            <a:ext cx="292608" cy="292608"/>
          </a:xfrm>
          <a:prstGeom prst="rect">
            <a:avLst/>
          </a:prstGeom>
          <a:noFill/>
          <a:ln/>
        </p:spPr>
        <p:txBody>
          <a:bodyPr wrap="square" rtlCol="0" anchor="ctr"/>
          <a:lstStyle/>
          <a:p>
            <a:pPr marL="0" indent="0" algn="ctr">
              <a:buNone/>
            </a:pPr>
            <a:r>
              <a:rPr lang="en-US" sz="1100" b="1">
                <a:solidFill>
                  <a:srgbClr val="FFFFFF"/>
                </a:solidFill>
                <a:latin typeface="Meiryo, メイリオ, sans-serif" pitchFamily="34" charset="0"/>
                <a:ea typeface="Meiryo, メイリオ, sans-serif" pitchFamily="34" charset="-122"/>
                <a:cs typeface="Meiryo, メイリオ, sans-serif" pitchFamily="34" charset="-120"/>
              </a:rPr>
              <a:t>4</a:t>
            </a:r>
            <a:endParaRPr lang="en-US" sz="1100"/>
          </a:p>
        </p:txBody>
      </p:sp>
      <p:sp>
        <p:nvSpPr>
          <p:cNvPr id="30" name="Text 24"/>
          <p:cNvSpPr/>
          <p:nvPr/>
        </p:nvSpPr>
        <p:spPr>
          <a:xfrm>
            <a:off x="2651760" y="3246120"/>
            <a:ext cx="5577840" cy="320040"/>
          </a:xfrm>
          <a:prstGeom prst="rect">
            <a:avLst/>
          </a:prstGeom>
          <a:noFill/>
          <a:ln/>
        </p:spPr>
        <p:txBody>
          <a:bodyPr wrap="square" rtlCol="0" anchor="ctr"/>
          <a:lstStyle/>
          <a:p>
            <a:pPr marL="0" indent="0">
              <a:buNone/>
            </a:pPr>
            <a:r>
              <a:rPr lang="en-US" sz="2400" b="1">
                <a:solidFill>
                  <a:srgbClr val="E65100"/>
                </a:solidFill>
                <a:latin typeface="Meiryo, メイリオ, sans-serif" pitchFamily="34" charset="0"/>
                <a:ea typeface="Meiryo, メイリオ, sans-serif" pitchFamily="34" charset="-122"/>
                <a:cs typeface="Meiryo, メイリオ, sans-serif" pitchFamily="34" charset="-120"/>
              </a:rPr>
              <a:t>日中の充実感</a:t>
            </a:r>
            <a:endParaRPr lang="en-US" sz="2400"/>
          </a:p>
        </p:txBody>
      </p:sp>
      <p:sp>
        <p:nvSpPr>
          <p:cNvPr id="31" name="Text 25"/>
          <p:cNvSpPr/>
          <p:nvPr/>
        </p:nvSpPr>
        <p:spPr>
          <a:xfrm>
            <a:off x="2651760" y="3591482"/>
            <a:ext cx="5577840" cy="320040"/>
          </a:xfrm>
          <a:prstGeom prst="rect">
            <a:avLst/>
          </a:prstGeom>
          <a:noFill/>
          <a:ln/>
        </p:spPr>
        <p:txBody>
          <a:bodyPr wrap="square" rtlCol="0" anchor="ctr"/>
          <a:lstStyle/>
          <a:p>
            <a:pPr marL="0" indent="0">
              <a:buNone/>
            </a:pPr>
            <a:r>
              <a:rPr lang="en-US" sz="1400" err="1">
                <a:solidFill>
                  <a:srgbClr val="E65100"/>
                </a:solidFill>
                <a:latin typeface="Meiryo, メイリオ, sans-serif" pitchFamily="34" charset="0"/>
                <a:ea typeface="Meiryo, メイリオ, sans-serif" pitchFamily="34" charset="-122"/>
                <a:cs typeface="Meiryo, メイリオ, sans-serif" pitchFamily="34" charset="-120"/>
              </a:rPr>
              <a:t>良質な睡眠により活力が増し</a:t>
            </a:r>
            <a:r>
              <a:rPr lang="en-US" sz="1400">
                <a:solidFill>
                  <a:srgbClr val="E65100"/>
                </a:solidFill>
                <a:latin typeface="Meiryo, メイリオ, sans-serif" pitchFamily="34" charset="0"/>
                <a:ea typeface="Meiryo, メイリオ, sans-serif" pitchFamily="34" charset="-122"/>
                <a:cs typeface="Meiryo, メイリオ, sans-serif" pitchFamily="34" charset="-120"/>
              </a:rPr>
              <a:t>、</a:t>
            </a:r>
          </a:p>
          <a:p>
            <a:pPr marL="0" indent="0">
              <a:buNone/>
            </a:pPr>
            <a:r>
              <a:rPr lang="en-US" sz="1400" err="1">
                <a:solidFill>
                  <a:srgbClr val="E65100"/>
                </a:solidFill>
                <a:latin typeface="Meiryo, メイリオ, sans-serif" pitchFamily="34" charset="0"/>
                <a:ea typeface="Meiryo, メイリオ, sans-serif" pitchFamily="34" charset="-122"/>
                <a:cs typeface="Meiryo, メイリオ, sans-serif" pitchFamily="34" charset="-120"/>
              </a:rPr>
              <a:t>一日を通して前向きな気持ちで過ごすことができます</a:t>
            </a:r>
            <a:endParaRPr lang="en-US" sz="1400"/>
          </a:p>
        </p:txBody>
      </p:sp>
      <p:sp>
        <p:nvSpPr>
          <p:cNvPr id="32" name="Shape 26"/>
          <p:cNvSpPr/>
          <p:nvPr/>
        </p:nvSpPr>
        <p:spPr>
          <a:xfrm>
            <a:off x="640080" y="4069080"/>
            <a:ext cx="7863840" cy="502920"/>
          </a:xfrm>
          <a:prstGeom prst="rect">
            <a:avLst/>
          </a:prstGeom>
          <a:solidFill>
            <a:srgbClr val="E8F8FA"/>
          </a:solidFill>
          <a:ln/>
        </p:spPr>
        <p:txBody>
          <a:bodyPr/>
          <a:lstStyle/>
          <a:p>
            <a:endParaRPr lang="ja-JP" altLang="en-US"/>
          </a:p>
        </p:txBody>
      </p:sp>
      <p:sp>
        <p:nvSpPr>
          <p:cNvPr id="33" name="Shape 27"/>
          <p:cNvSpPr/>
          <p:nvPr/>
        </p:nvSpPr>
        <p:spPr>
          <a:xfrm>
            <a:off x="640080" y="4069080"/>
            <a:ext cx="54864" cy="502920"/>
          </a:xfrm>
          <a:prstGeom prst="rect">
            <a:avLst/>
          </a:prstGeom>
          <a:solidFill>
            <a:srgbClr val="43C1D4"/>
          </a:solidFill>
          <a:ln/>
        </p:spPr>
        <p:txBody>
          <a:bodyPr/>
          <a:lstStyle/>
          <a:p>
            <a:endParaRPr lang="ja-JP" altLang="en-US"/>
          </a:p>
        </p:txBody>
      </p:sp>
      <p:pic>
        <p:nvPicPr>
          <p:cNvPr id="34" name="Image 4" descr="preencoded.png"/>
          <p:cNvPicPr>
            <a:picLocks/>
          </p:cNvPicPr>
          <p:nvPr/>
        </p:nvPicPr>
        <p:blipFill>
          <a:blip r:embed="rId4"/>
          <a:stretch>
            <a:fillRect/>
          </a:stretch>
        </p:blipFill>
        <p:spPr>
          <a:xfrm>
            <a:off x="1681089" y="4183380"/>
            <a:ext cx="274320" cy="274320"/>
          </a:xfrm>
          <a:prstGeom prst="rect">
            <a:avLst/>
          </a:prstGeom>
        </p:spPr>
      </p:pic>
      <p:sp>
        <p:nvSpPr>
          <p:cNvPr id="35" name="Text 28"/>
          <p:cNvSpPr/>
          <p:nvPr/>
        </p:nvSpPr>
        <p:spPr>
          <a:xfrm>
            <a:off x="1188720" y="4069080"/>
            <a:ext cx="7223760" cy="502920"/>
          </a:xfrm>
          <a:prstGeom prst="rect">
            <a:avLst/>
          </a:prstGeom>
          <a:noFill/>
          <a:ln/>
        </p:spPr>
        <p:txBody>
          <a:bodyPr wrap="square" rtlCol="0" anchor="ctr"/>
          <a:lstStyle/>
          <a:p>
            <a:pPr marL="0" indent="0" algn="ctr">
              <a:buNone/>
            </a:pPr>
            <a:r>
              <a:rPr lang="en-US" sz="1600">
                <a:solidFill>
                  <a:srgbClr val="2D2D2D"/>
                </a:solidFill>
                <a:latin typeface="Meiryo, メイリオ, sans-serif" pitchFamily="34" charset="0"/>
                <a:ea typeface="Meiryo, メイリオ, sans-serif" pitchFamily="34" charset="-122"/>
                <a:cs typeface="Meiryo, メイリオ, sans-serif" pitchFamily="34" charset="-120"/>
              </a:rPr>
              <a:t>良質な睡眠がもたらす様々なメリットを実感してみましょう</a:t>
            </a:r>
            <a:endParaRPr lang="en-US" sz="1600"/>
          </a:p>
        </p:txBody>
      </p:sp>
      <p:pic>
        <p:nvPicPr>
          <p:cNvPr id="37" name="グラフィックス 36" descr="睡眠 枠線">
            <a:extLst>
              <a:ext uri="{FF2B5EF4-FFF2-40B4-BE49-F238E27FC236}">
                <a16:creationId xmlns:a16="http://schemas.microsoft.com/office/drawing/2014/main" id="{FA7438C4-B085-A9BC-B793-2F5BA5C859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3849" y="1608816"/>
            <a:ext cx="914400" cy="914400"/>
          </a:xfrm>
          <a:prstGeom prst="rect">
            <a:avLst/>
          </a:prstGeom>
        </p:spPr>
      </p:pic>
      <p:pic>
        <p:nvPicPr>
          <p:cNvPr id="39" name="グラフィックス 38" descr="ヒーロー (男性) 枠線">
            <a:extLst>
              <a:ext uri="{FF2B5EF4-FFF2-40B4-BE49-F238E27FC236}">
                <a16:creationId xmlns:a16="http://schemas.microsoft.com/office/drawing/2014/main" id="{59CC147A-DB33-2A76-8B35-C4B36475225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68680" y="2591796"/>
            <a:ext cx="914400" cy="914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ja-JP" altLang="en-US"/>
          </a:p>
        </p:txBody>
      </p:sp>
      <p:sp>
        <p:nvSpPr>
          <p:cNvPr id="3" name="Shape 1"/>
          <p:cNvSpPr/>
          <p:nvPr/>
        </p:nvSpPr>
        <p:spPr>
          <a:xfrm>
            <a:off x="0" y="0"/>
            <a:ext cx="9144000" cy="228600"/>
          </a:xfrm>
          <a:prstGeom prst="rect">
            <a:avLst/>
          </a:prstGeom>
          <a:solidFill>
            <a:srgbClr val="43C1D4"/>
          </a:solidFill>
          <a:ln/>
        </p:spPr>
        <p:txBody>
          <a:bodyPr/>
          <a:lstStyle/>
          <a:p>
            <a:endParaRPr lang="ja-JP" altLang="en-US"/>
          </a:p>
        </p:txBody>
      </p:sp>
      <p:pic>
        <p:nvPicPr>
          <p:cNvPr id="4" name="Image 0" descr="preencoded.png"/>
          <p:cNvPicPr>
            <a:picLocks/>
          </p:cNvPicPr>
          <p:nvPr/>
        </p:nvPicPr>
        <p:blipFill>
          <a:blip r:embed="rId3"/>
          <a:stretch>
            <a:fillRect/>
          </a:stretch>
        </p:blipFill>
        <p:spPr>
          <a:xfrm>
            <a:off x="0" y="0"/>
            <a:ext cx="9144000" cy="228600"/>
          </a:xfrm>
          <a:prstGeom prst="rect">
            <a:avLst/>
          </a:prstGeom>
        </p:spPr>
      </p:pic>
      <p:sp>
        <p:nvSpPr>
          <p:cNvPr id="5" name="Shape 2"/>
          <p:cNvSpPr/>
          <p:nvPr/>
        </p:nvSpPr>
        <p:spPr>
          <a:xfrm>
            <a:off x="0" y="4914900"/>
            <a:ext cx="9144000" cy="228600"/>
          </a:xfrm>
          <a:prstGeom prst="rect">
            <a:avLst/>
          </a:prstGeom>
          <a:solidFill>
            <a:srgbClr val="43C1D4"/>
          </a:solidFill>
          <a:ln/>
        </p:spPr>
        <p:txBody>
          <a:bodyPr/>
          <a:lstStyle/>
          <a:p>
            <a:endParaRPr lang="ja-JP" altLang="en-US"/>
          </a:p>
        </p:txBody>
      </p:sp>
      <p:pic>
        <p:nvPicPr>
          <p:cNvPr id="6" name="Image 1" descr="preencoded.png"/>
          <p:cNvPicPr>
            <a:picLocks/>
          </p:cNvPicPr>
          <p:nvPr/>
        </p:nvPicPr>
        <p:blipFill>
          <a:blip r:embed="rId3"/>
          <a:stretch>
            <a:fillRect/>
          </a:stretch>
        </p:blipFill>
        <p:spPr>
          <a:xfrm>
            <a:off x="0" y="4914900"/>
            <a:ext cx="9144000" cy="228600"/>
          </a:xfrm>
          <a:prstGeom prst="rect">
            <a:avLst/>
          </a:prstGeom>
        </p:spPr>
      </p:pic>
      <p:sp>
        <p:nvSpPr>
          <p:cNvPr id="7" name="Text 3"/>
          <p:cNvSpPr/>
          <p:nvPr/>
        </p:nvSpPr>
        <p:spPr>
          <a:xfrm>
            <a:off x="640080" y="274320"/>
            <a:ext cx="6949440" cy="594360"/>
          </a:xfrm>
          <a:prstGeom prst="rect">
            <a:avLst/>
          </a:prstGeom>
          <a:noFill/>
          <a:ln/>
        </p:spPr>
        <p:txBody>
          <a:bodyPr wrap="square" rtlCol="0" anchor="b"/>
          <a:lstStyle/>
          <a:p>
            <a:pPr marL="0" indent="0">
              <a:buNone/>
            </a:pPr>
            <a:r>
              <a:rPr lang="en-US" sz="2600" b="1">
                <a:solidFill>
                  <a:srgbClr val="2D2D2D"/>
                </a:solidFill>
                <a:latin typeface="Meiryo, メイリオ, sans-serif" pitchFamily="34" charset="0"/>
                <a:ea typeface="Meiryo, メイリオ, sans-serif" pitchFamily="34" charset="-122"/>
                <a:cs typeface="Meiryo, メイリオ, sans-serif" pitchFamily="34" charset="-120"/>
              </a:rPr>
              <a:t>睡眠を味方に、明日の自分を作ろう</a:t>
            </a:r>
            <a:endParaRPr lang="en-US" sz="2600"/>
          </a:p>
        </p:txBody>
      </p:sp>
      <p:sp>
        <p:nvSpPr>
          <p:cNvPr id="8" name="Shape 4"/>
          <p:cNvSpPr/>
          <p:nvPr/>
        </p:nvSpPr>
        <p:spPr>
          <a:xfrm>
            <a:off x="640080" y="868680"/>
            <a:ext cx="7863840" cy="36576"/>
          </a:xfrm>
          <a:prstGeom prst="rect">
            <a:avLst/>
          </a:prstGeom>
          <a:solidFill>
            <a:srgbClr val="43C1D4"/>
          </a:solidFill>
          <a:ln/>
        </p:spPr>
        <p:txBody>
          <a:bodyPr/>
          <a:lstStyle/>
          <a:p>
            <a:endParaRPr lang="ja-JP" altLang="en-US"/>
          </a:p>
        </p:txBody>
      </p:sp>
      <p:sp>
        <p:nvSpPr>
          <p:cNvPr id="9" name="Text 5"/>
          <p:cNvSpPr/>
          <p:nvPr/>
        </p:nvSpPr>
        <p:spPr>
          <a:xfrm>
            <a:off x="7680960" y="4709160"/>
            <a:ext cx="1097280" cy="274320"/>
          </a:xfrm>
          <a:prstGeom prst="rect">
            <a:avLst/>
          </a:prstGeom>
          <a:noFill/>
          <a:ln/>
        </p:spPr>
        <p:txBody>
          <a:bodyPr wrap="square" rtlCol="0" anchor="ctr"/>
          <a:lstStyle/>
          <a:p>
            <a:pPr marL="0" indent="0" algn="r">
              <a:buNone/>
            </a:pPr>
            <a:r>
              <a:rPr lang="en-US" sz="900">
                <a:solidFill>
                  <a:srgbClr val="9CA3AF"/>
                </a:solidFill>
                <a:latin typeface="Meiryo, メイリオ, sans-serif" pitchFamily="34" charset="0"/>
                <a:ea typeface="Meiryo, メイリオ, sans-serif" pitchFamily="34" charset="-122"/>
                <a:cs typeface="Meiryo, メイリオ, sans-serif" pitchFamily="34" charset="-120"/>
              </a:rPr>
              <a:t>9 / 9</a:t>
            </a:r>
            <a:endParaRPr lang="en-US" sz="900"/>
          </a:p>
        </p:txBody>
      </p:sp>
      <p:sp>
        <p:nvSpPr>
          <p:cNvPr id="10" name="Shape 6"/>
          <p:cNvSpPr/>
          <p:nvPr/>
        </p:nvSpPr>
        <p:spPr>
          <a:xfrm>
            <a:off x="640080" y="4709160"/>
            <a:ext cx="7863840" cy="7315"/>
          </a:xfrm>
          <a:prstGeom prst="rect">
            <a:avLst/>
          </a:prstGeom>
          <a:solidFill>
            <a:srgbClr val="E5E7EB"/>
          </a:solidFill>
          <a:ln/>
        </p:spPr>
        <p:txBody>
          <a:bodyPr/>
          <a:lstStyle/>
          <a:p>
            <a:endParaRPr lang="ja-JP" altLang="en-US"/>
          </a:p>
        </p:txBody>
      </p:sp>
      <p:pic>
        <p:nvPicPr>
          <p:cNvPr id="11" name="Image 2" descr="preencoded.png"/>
          <p:cNvPicPr>
            <a:picLocks/>
          </p:cNvPicPr>
          <p:nvPr/>
        </p:nvPicPr>
        <p:blipFill>
          <a:blip r:embed="rId4"/>
          <a:stretch>
            <a:fillRect/>
          </a:stretch>
        </p:blipFill>
        <p:spPr>
          <a:xfrm>
            <a:off x="914400" y="2697480"/>
            <a:ext cx="731520" cy="731520"/>
          </a:xfrm>
          <a:prstGeom prst="rect">
            <a:avLst/>
          </a:prstGeom>
        </p:spPr>
      </p:pic>
      <p:sp>
        <p:nvSpPr>
          <p:cNvPr id="13" name="Shape 7"/>
          <p:cNvSpPr/>
          <p:nvPr/>
        </p:nvSpPr>
        <p:spPr>
          <a:xfrm>
            <a:off x="2194560" y="1234440"/>
            <a:ext cx="7315" cy="2468880"/>
          </a:xfrm>
          <a:prstGeom prst="rect">
            <a:avLst/>
          </a:prstGeom>
          <a:solidFill>
            <a:srgbClr val="E5E7EB"/>
          </a:solidFill>
          <a:ln/>
        </p:spPr>
        <p:txBody>
          <a:bodyPr/>
          <a:lstStyle/>
          <a:p>
            <a:endParaRPr lang="ja-JP" altLang="en-US"/>
          </a:p>
        </p:txBody>
      </p:sp>
      <p:sp>
        <p:nvSpPr>
          <p:cNvPr id="14" name="Text 8"/>
          <p:cNvSpPr/>
          <p:nvPr/>
        </p:nvSpPr>
        <p:spPr>
          <a:xfrm>
            <a:off x="2468880" y="1051560"/>
            <a:ext cx="5760720" cy="2834640"/>
          </a:xfrm>
          <a:prstGeom prst="rect">
            <a:avLst/>
          </a:prstGeom>
          <a:noFill/>
          <a:ln/>
        </p:spPr>
        <p:txBody>
          <a:bodyPr wrap="square" rtlCol="0" anchor="ctr"/>
          <a:lstStyle/>
          <a:p>
            <a:pPr marL="0" indent="0">
              <a:lnSpc>
                <a:spcPts val="2800"/>
              </a:lnSpc>
              <a:buNone/>
            </a:pPr>
            <a:r>
              <a:rPr lang="en-US" sz="2400" err="1">
                <a:solidFill>
                  <a:srgbClr val="2D2D2D"/>
                </a:solidFill>
                <a:latin typeface="Meiryo, メイリオ, sans-serif" pitchFamily="34" charset="0"/>
                <a:ea typeface="Meiryo, メイリオ, sans-serif" pitchFamily="34" charset="-122"/>
                <a:cs typeface="Meiryo, メイリオ, sans-serif" pitchFamily="34" charset="-120"/>
              </a:rPr>
              <a:t>快眠環境を整えることは</a:t>
            </a:r>
            <a:endParaRPr lang="en-US" sz="2400">
              <a:solidFill>
                <a:srgbClr val="2D2D2D"/>
              </a:solidFill>
              <a:latin typeface="Meiryo, メイリオ, sans-serif" pitchFamily="34" charset="0"/>
              <a:ea typeface="Meiryo, メイリオ, sans-serif" pitchFamily="34" charset="-122"/>
              <a:cs typeface="Meiryo, メイリオ, sans-serif" pitchFamily="34" charset="-120"/>
            </a:endParaRPr>
          </a:p>
          <a:p>
            <a:pPr marL="0" indent="0">
              <a:lnSpc>
                <a:spcPts val="2800"/>
              </a:lnSpc>
              <a:buNone/>
            </a:pPr>
            <a:r>
              <a:rPr lang="en-US" sz="2400" err="1">
                <a:solidFill>
                  <a:srgbClr val="E65100"/>
                </a:solidFill>
                <a:latin typeface="Meiryo, メイリオ, sans-serif" pitchFamily="34" charset="0"/>
                <a:ea typeface="Meiryo, メイリオ, sans-serif" pitchFamily="34" charset="-122"/>
                <a:cs typeface="Meiryo, メイリオ, sans-serif" pitchFamily="34" charset="-120"/>
              </a:rPr>
              <a:t>明日のより良い自分への投資</a:t>
            </a:r>
            <a:r>
              <a:rPr lang="en-US" sz="2400" err="1">
                <a:solidFill>
                  <a:srgbClr val="2D2D2D"/>
                </a:solidFill>
                <a:latin typeface="Meiryo, メイリオ, sans-serif" pitchFamily="34" charset="0"/>
                <a:ea typeface="Meiryo, メイリオ, sans-serif" pitchFamily="34" charset="-122"/>
                <a:cs typeface="Meiryo, メイリオ, sans-serif" pitchFamily="34" charset="-120"/>
              </a:rPr>
              <a:t>です</a:t>
            </a:r>
            <a:r>
              <a:rPr lang="ja-JP" altLang="en-US" sz="2400">
                <a:solidFill>
                  <a:srgbClr val="2D2D2D"/>
                </a:solidFill>
                <a:latin typeface="Meiryo, メイリオ, sans-serif" pitchFamily="34" charset="0"/>
                <a:ea typeface="Meiryo, メイリオ, sans-serif" pitchFamily="34" charset="-122"/>
                <a:cs typeface="Meiryo, メイリオ, sans-serif" pitchFamily="34" charset="-120"/>
              </a:rPr>
              <a:t>。</a:t>
            </a:r>
            <a:endParaRPr lang="en-US" altLang="ja-JP" sz="2400">
              <a:solidFill>
                <a:srgbClr val="2D2D2D"/>
              </a:solidFill>
              <a:latin typeface="Meiryo, メイリオ, sans-serif" pitchFamily="34" charset="0"/>
              <a:ea typeface="Meiryo, メイリオ, sans-serif" pitchFamily="34" charset="-122"/>
              <a:cs typeface="Meiryo, メイリオ, sans-serif" pitchFamily="34" charset="-120"/>
            </a:endParaRPr>
          </a:p>
          <a:p>
            <a:pPr marL="0" indent="0">
              <a:lnSpc>
                <a:spcPts val="2800"/>
              </a:lnSpc>
              <a:buNone/>
            </a:pPr>
            <a:r>
              <a:rPr lang="en-US" sz="2400" err="1">
                <a:solidFill>
                  <a:srgbClr val="2D2D2D"/>
                </a:solidFill>
                <a:latin typeface="Meiryo, メイリオ, sans-serif" pitchFamily="34" charset="0"/>
                <a:ea typeface="Meiryo, メイリオ, sans-serif" pitchFamily="34" charset="-122"/>
                <a:cs typeface="Meiryo, メイリオ, sans-serif" pitchFamily="34" charset="-120"/>
              </a:rPr>
              <a:t>今日から始められる小さな変化が</a:t>
            </a:r>
            <a:r>
              <a:rPr lang="en-US" sz="2400">
                <a:solidFill>
                  <a:srgbClr val="2D2D2D"/>
                </a:solidFill>
                <a:latin typeface="Meiryo, メイリオ, sans-serif" pitchFamily="34" charset="0"/>
                <a:ea typeface="Meiryo, メイリオ, sans-serif" pitchFamily="34" charset="-122"/>
                <a:cs typeface="Meiryo, メイリオ, sans-serif" pitchFamily="34" charset="-120"/>
              </a:rPr>
              <a:t>、</a:t>
            </a:r>
          </a:p>
          <a:p>
            <a:pPr marL="0" indent="0">
              <a:lnSpc>
                <a:spcPts val="2800"/>
              </a:lnSpc>
              <a:buNone/>
            </a:pPr>
            <a:r>
              <a:rPr lang="en-US" sz="2400" err="1">
                <a:solidFill>
                  <a:srgbClr val="2D2D2D"/>
                </a:solidFill>
                <a:latin typeface="Meiryo, メイリオ, sans-serif" pitchFamily="34" charset="0"/>
                <a:ea typeface="Meiryo, メイリオ, sans-serif" pitchFamily="34" charset="-122"/>
                <a:cs typeface="Meiryo, メイリオ, sans-serif" pitchFamily="34" charset="-120"/>
              </a:rPr>
              <a:t>生活の質を向上させるでしょう</a:t>
            </a:r>
            <a:r>
              <a:rPr lang="en-US" sz="2400">
                <a:solidFill>
                  <a:srgbClr val="2D2D2D"/>
                </a:solidFill>
                <a:latin typeface="Meiryo, メイリオ, sans-serif" pitchFamily="34" charset="0"/>
                <a:ea typeface="Meiryo, メイリオ, sans-serif" pitchFamily="34" charset="-122"/>
                <a:cs typeface="Meiryo, メイリオ, sans-serif" pitchFamily="34" charset="-120"/>
              </a:rPr>
              <a:t>。</a:t>
            </a:r>
            <a:endParaRPr lang="en-US" sz="2400"/>
          </a:p>
        </p:txBody>
      </p:sp>
      <p:sp>
        <p:nvSpPr>
          <p:cNvPr id="15" name="Shape 9"/>
          <p:cNvSpPr/>
          <p:nvPr/>
        </p:nvSpPr>
        <p:spPr>
          <a:xfrm>
            <a:off x="640080" y="4069080"/>
            <a:ext cx="7863840" cy="502920"/>
          </a:xfrm>
          <a:prstGeom prst="rect">
            <a:avLst/>
          </a:prstGeom>
          <a:solidFill>
            <a:srgbClr val="E8F8FA"/>
          </a:solidFill>
          <a:ln/>
        </p:spPr>
        <p:txBody>
          <a:bodyPr/>
          <a:lstStyle/>
          <a:p>
            <a:endParaRPr lang="ja-JP" altLang="en-US"/>
          </a:p>
        </p:txBody>
      </p:sp>
      <p:sp>
        <p:nvSpPr>
          <p:cNvPr id="16" name="Shape 10"/>
          <p:cNvSpPr/>
          <p:nvPr/>
        </p:nvSpPr>
        <p:spPr>
          <a:xfrm>
            <a:off x="640080" y="4069080"/>
            <a:ext cx="54864" cy="502920"/>
          </a:xfrm>
          <a:prstGeom prst="rect">
            <a:avLst/>
          </a:prstGeom>
          <a:solidFill>
            <a:srgbClr val="43C1D4"/>
          </a:solidFill>
          <a:ln/>
        </p:spPr>
        <p:txBody>
          <a:bodyPr/>
          <a:lstStyle/>
          <a:p>
            <a:endParaRPr lang="ja-JP" altLang="en-US"/>
          </a:p>
        </p:txBody>
      </p:sp>
      <p:pic>
        <p:nvPicPr>
          <p:cNvPr id="17" name="Image 4" descr="preencoded.png"/>
          <p:cNvPicPr>
            <a:picLocks/>
          </p:cNvPicPr>
          <p:nvPr/>
        </p:nvPicPr>
        <p:blipFill>
          <a:blip r:embed="rId5"/>
          <a:stretch>
            <a:fillRect/>
          </a:stretch>
        </p:blipFill>
        <p:spPr>
          <a:xfrm>
            <a:off x="1427871" y="4183380"/>
            <a:ext cx="274320" cy="274320"/>
          </a:xfrm>
          <a:prstGeom prst="rect">
            <a:avLst/>
          </a:prstGeom>
        </p:spPr>
      </p:pic>
      <p:sp>
        <p:nvSpPr>
          <p:cNvPr id="18" name="Text 11"/>
          <p:cNvSpPr/>
          <p:nvPr/>
        </p:nvSpPr>
        <p:spPr>
          <a:xfrm>
            <a:off x="1188720" y="4069080"/>
            <a:ext cx="7223760" cy="502920"/>
          </a:xfrm>
          <a:prstGeom prst="rect">
            <a:avLst/>
          </a:prstGeom>
          <a:noFill/>
          <a:ln/>
        </p:spPr>
        <p:txBody>
          <a:bodyPr wrap="square" rtlCol="0" anchor="ctr"/>
          <a:lstStyle/>
          <a:p>
            <a:pPr marL="0" indent="0" algn="ctr">
              <a:buNone/>
            </a:pPr>
            <a:r>
              <a:rPr lang="en-US" sz="1600">
                <a:solidFill>
                  <a:srgbClr val="2D2D2D"/>
                </a:solidFill>
                <a:latin typeface="Meiryo, メイリオ, sans-serif" pitchFamily="34" charset="0"/>
                <a:ea typeface="Meiryo, メイリオ, sans-serif" pitchFamily="34" charset="-122"/>
                <a:cs typeface="Meiryo, メイリオ, sans-serif" pitchFamily="34" charset="-120"/>
              </a:rPr>
              <a:t>睡眠環境と習慣を整えることで、より良い明日を手に入れましょう</a:t>
            </a:r>
            <a:endParaRPr lang="en-US" sz="1600"/>
          </a:p>
        </p:txBody>
      </p:sp>
      <p:pic>
        <p:nvPicPr>
          <p:cNvPr id="20" name="グラフィックス 19" descr="睡眠 枠線">
            <a:extLst>
              <a:ext uri="{FF2B5EF4-FFF2-40B4-BE49-F238E27FC236}">
                <a16:creationId xmlns:a16="http://schemas.microsoft.com/office/drawing/2014/main" id="{73F9631F-12B4-19A2-03DF-759BEF262EA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2960" y="1645920"/>
            <a:ext cx="914400" cy="914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extended_16x9_v11.jp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40460"/>
    </mc:Choice>
    <mc:Fallback xmlns="">
      <p:transition spd="slow" advClick="0" advTm="4046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快眠習慣で毎日のパフォーマンスを変える</dc:title>
  <dc:subject>PptxGenJS Presentation</dc:subject>
  <dc:creator>PptxGenJS</dc:creator>
  <cp:revision>42</cp:revision>
  <dcterms:created xsi:type="dcterms:W3CDTF">2026-02-23T11:46:55Z</dcterms:created>
  <dcterms:modified xsi:type="dcterms:W3CDTF">2026-03-21T13:52:33Z</dcterms:modified>
</cp:coreProperties>
</file>